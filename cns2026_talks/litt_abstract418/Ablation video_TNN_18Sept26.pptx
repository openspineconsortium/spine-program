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handoutMasterIdLst>
    <p:handoutMasterId r:id="rId3"/>
  </p:handoutMasterIdLst>
  <p:sldIdLst>
    <p:sldId id="26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8994F-C09E-4172-BD91-78F873C2E62A}" v="1" dt="2026-09-18T16:59:09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92"/>
    </p:cViewPr>
  </p:sorterViewPr>
  <p:notesViewPr>
    <p:cSldViewPr>
      <p:cViewPr varScale="1">
        <p:scale>
          <a:sx n="63" d="100"/>
          <a:sy n="63" d="100"/>
        </p:scale>
        <p:origin x="340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raja, Tavarekere" userId="1759c58a-9166-4dcb-b78b-069248b2a666" providerId="ADAL" clId="{656D9487-545D-4E9D-B0D2-E60FD8F21E22}"/>
    <pc:docChg chg="undo custSel addSld delSld modSld">
      <pc:chgData name="Nagaraja, Tavarekere" userId="1759c58a-9166-4dcb-b78b-069248b2a666" providerId="ADAL" clId="{656D9487-545D-4E9D-B0D2-E60FD8F21E22}" dt="2026-09-18T17:00:19.057" v="39" actId="14100"/>
      <pc:docMkLst>
        <pc:docMk/>
      </pc:docMkLst>
      <pc:sldChg chg="modSp add del mod">
        <pc:chgData name="Nagaraja, Tavarekere" userId="1759c58a-9166-4dcb-b78b-069248b2a666" providerId="ADAL" clId="{656D9487-545D-4E9D-B0D2-E60FD8F21E22}" dt="2026-09-18T17:00:19.057" v="39" actId="14100"/>
        <pc:sldMkLst>
          <pc:docMk/>
          <pc:sldMk cId="2901476107" sldId="266"/>
        </pc:sldMkLst>
        <pc:spChg chg="mod">
          <ac:chgData name="Nagaraja, Tavarekere" userId="1759c58a-9166-4dcb-b78b-069248b2a666" providerId="ADAL" clId="{656D9487-545D-4E9D-B0D2-E60FD8F21E22}" dt="2026-09-18T16:59:14.502" v="37" actId="1036"/>
          <ac:spMkLst>
            <pc:docMk/>
            <pc:sldMk cId="2901476107" sldId="266"/>
            <ac:spMk id="4" creationId="{00000000-0000-0000-0000-000000000000}"/>
          </ac:spMkLst>
        </pc:spChg>
        <pc:picChg chg="mod">
          <ac:chgData name="Nagaraja, Tavarekere" userId="1759c58a-9166-4dcb-b78b-069248b2a666" providerId="ADAL" clId="{656D9487-545D-4E9D-B0D2-E60FD8F21E22}" dt="2026-09-18T17:00:15.611" v="38" actId="14100"/>
          <ac:picMkLst>
            <pc:docMk/>
            <pc:sldMk cId="2901476107" sldId="266"/>
            <ac:picMk id="8" creationId="{C6E1DF13-6666-41D2-8E1A-EEE34FC585B6}"/>
          </ac:picMkLst>
        </pc:picChg>
        <pc:picChg chg="mod">
          <ac:chgData name="Nagaraja, Tavarekere" userId="1759c58a-9166-4dcb-b78b-069248b2a666" providerId="ADAL" clId="{656D9487-545D-4E9D-B0D2-E60FD8F21E22}" dt="2026-09-18T17:00:19.057" v="39" actId="14100"/>
          <ac:picMkLst>
            <pc:docMk/>
            <pc:sldMk cId="2901476107" sldId="266"/>
            <ac:picMk id="9" creationId="{C4A42674-784E-4BEF-A4C9-BC0DA0E76369}"/>
          </ac:picMkLst>
        </pc:picChg>
      </pc:sldChg>
      <pc:sldChg chg="del">
        <pc:chgData name="Nagaraja, Tavarekere" userId="1759c58a-9166-4dcb-b78b-069248b2a666" providerId="ADAL" clId="{656D9487-545D-4E9D-B0D2-E60FD8F21E22}" dt="2026-09-18T16:58:46.008" v="6" actId="47"/>
        <pc:sldMkLst>
          <pc:docMk/>
          <pc:sldMk cId="2739670524" sldId="276"/>
        </pc:sldMkLst>
      </pc:sldChg>
      <pc:sldChg chg="del">
        <pc:chgData name="Nagaraja, Tavarekere" userId="1759c58a-9166-4dcb-b78b-069248b2a666" providerId="ADAL" clId="{656D9487-545D-4E9D-B0D2-E60FD8F21E22}" dt="2026-09-18T16:58:48.102" v="19" actId="47"/>
        <pc:sldMkLst>
          <pc:docMk/>
          <pc:sldMk cId="1724335737" sldId="277"/>
        </pc:sldMkLst>
      </pc:sldChg>
      <pc:sldChg chg="del">
        <pc:chgData name="Nagaraja, Tavarekere" userId="1759c58a-9166-4dcb-b78b-069248b2a666" providerId="ADAL" clId="{656D9487-545D-4E9D-B0D2-E60FD8F21E22}" dt="2026-09-18T16:58:48.065" v="18" actId="47"/>
        <pc:sldMkLst>
          <pc:docMk/>
          <pc:sldMk cId="3305223158" sldId="278"/>
        </pc:sldMkLst>
      </pc:sldChg>
      <pc:sldChg chg="del">
        <pc:chgData name="Nagaraja, Tavarekere" userId="1759c58a-9166-4dcb-b78b-069248b2a666" providerId="ADAL" clId="{656D9487-545D-4E9D-B0D2-E60FD8F21E22}" dt="2026-09-18T16:58:45.816" v="5" actId="47"/>
        <pc:sldMkLst>
          <pc:docMk/>
          <pc:sldMk cId="1453259469" sldId="284"/>
        </pc:sldMkLst>
      </pc:sldChg>
      <pc:sldChg chg="del">
        <pc:chgData name="Nagaraja, Tavarekere" userId="1759c58a-9166-4dcb-b78b-069248b2a666" providerId="ADAL" clId="{656D9487-545D-4E9D-B0D2-E60FD8F21E22}" dt="2026-09-18T16:58:44.746" v="0" actId="47"/>
        <pc:sldMkLst>
          <pc:docMk/>
          <pc:sldMk cId="3157781353" sldId="289"/>
        </pc:sldMkLst>
      </pc:sldChg>
      <pc:sldChg chg="del">
        <pc:chgData name="Nagaraja, Tavarekere" userId="1759c58a-9166-4dcb-b78b-069248b2a666" providerId="ADAL" clId="{656D9487-545D-4E9D-B0D2-E60FD8F21E22}" dt="2026-09-18T16:58:45.021" v="1" actId="47"/>
        <pc:sldMkLst>
          <pc:docMk/>
          <pc:sldMk cId="979842349" sldId="290"/>
        </pc:sldMkLst>
      </pc:sldChg>
      <pc:sldChg chg="del">
        <pc:chgData name="Nagaraja, Tavarekere" userId="1759c58a-9166-4dcb-b78b-069248b2a666" providerId="ADAL" clId="{656D9487-545D-4E9D-B0D2-E60FD8F21E22}" dt="2026-09-18T16:58:45.244" v="2" actId="47"/>
        <pc:sldMkLst>
          <pc:docMk/>
          <pc:sldMk cId="2059705470" sldId="291"/>
        </pc:sldMkLst>
      </pc:sldChg>
      <pc:sldChg chg="del">
        <pc:chgData name="Nagaraja, Tavarekere" userId="1759c58a-9166-4dcb-b78b-069248b2a666" providerId="ADAL" clId="{656D9487-545D-4E9D-B0D2-E60FD8F21E22}" dt="2026-09-18T16:58:45.444" v="3" actId="47"/>
        <pc:sldMkLst>
          <pc:docMk/>
          <pc:sldMk cId="3808108233" sldId="292"/>
        </pc:sldMkLst>
      </pc:sldChg>
      <pc:sldChg chg="del">
        <pc:chgData name="Nagaraja, Tavarekere" userId="1759c58a-9166-4dcb-b78b-069248b2a666" providerId="ADAL" clId="{656D9487-545D-4E9D-B0D2-E60FD8F21E22}" dt="2026-09-18T16:58:45.629" v="4" actId="47"/>
        <pc:sldMkLst>
          <pc:docMk/>
          <pc:sldMk cId="1082646326" sldId="293"/>
        </pc:sldMkLst>
      </pc:sldChg>
      <pc:sldChg chg="del">
        <pc:chgData name="Nagaraja, Tavarekere" userId="1759c58a-9166-4dcb-b78b-069248b2a666" providerId="ADAL" clId="{656D9487-545D-4E9D-B0D2-E60FD8F21E22}" dt="2026-09-18T16:58:46.174" v="7" actId="47"/>
        <pc:sldMkLst>
          <pc:docMk/>
          <pc:sldMk cId="1637488043" sldId="294"/>
        </pc:sldMkLst>
      </pc:sldChg>
      <pc:sldChg chg="del">
        <pc:chgData name="Nagaraja, Tavarekere" userId="1759c58a-9166-4dcb-b78b-069248b2a666" providerId="ADAL" clId="{656D9487-545D-4E9D-B0D2-E60FD8F21E22}" dt="2026-09-18T16:58:46.361" v="8" actId="47"/>
        <pc:sldMkLst>
          <pc:docMk/>
          <pc:sldMk cId="1229227895" sldId="295"/>
        </pc:sldMkLst>
      </pc:sldChg>
      <pc:sldChg chg="del">
        <pc:chgData name="Nagaraja, Tavarekere" userId="1759c58a-9166-4dcb-b78b-069248b2a666" providerId="ADAL" clId="{656D9487-545D-4E9D-B0D2-E60FD8F21E22}" dt="2026-09-18T16:58:46.542" v="9" actId="47"/>
        <pc:sldMkLst>
          <pc:docMk/>
          <pc:sldMk cId="3911789496" sldId="296"/>
        </pc:sldMkLst>
      </pc:sldChg>
      <pc:sldChg chg="del">
        <pc:chgData name="Nagaraja, Tavarekere" userId="1759c58a-9166-4dcb-b78b-069248b2a666" providerId="ADAL" clId="{656D9487-545D-4E9D-B0D2-E60FD8F21E22}" dt="2026-09-18T16:58:47.241" v="13" actId="47"/>
        <pc:sldMkLst>
          <pc:docMk/>
          <pc:sldMk cId="4034209295" sldId="298"/>
        </pc:sldMkLst>
      </pc:sldChg>
      <pc:sldChg chg="del">
        <pc:chgData name="Nagaraja, Tavarekere" userId="1759c58a-9166-4dcb-b78b-069248b2a666" providerId="ADAL" clId="{656D9487-545D-4E9D-B0D2-E60FD8F21E22}" dt="2026-09-18T16:58:47.459" v="14" actId="47"/>
        <pc:sldMkLst>
          <pc:docMk/>
          <pc:sldMk cId="214812712" sldId="299"/>
        </pc:sldMkLst>
      </pc:sldChg>
      <pc:sldChg chg="del">
        <pc:chgData name="Nagaraja, Tavarekere" userId="1759c58a-9166-4dcb-b78b-069248b2a666" providerId="ADAL" clId="{656D9487-545D-4E9D-B0D2-E60FD8F21E22}" dt="2026-09-18T16:58:47.968" v="15" actId="47"/>
        <pc:sldMkLst>
          <pc:docMk/>
          <pc:sldMk cId="465687057" sldId="300"/>
        </pc:sldMkLst>
      </pc:sldChg>
      <pc:sldChg chg="del">
        <pc:chgData name="Nagaraja, Tavarekere" userId="1759c58a-9166-4dcb-b78b-069248b2a666" providerId="ADAL" clId="{656D9487-545D-4E9D-B0D2-E60FD8F21E22}" dt="2026-09-18T16:58:47.993" v="16" actId="47"/>
        <pc:sldMkLst>
          <pc:docMk/>
          <pc:sldMk cId="2091296004" sldId="301"/>
        </pc:sldMkLst>
      </pc:sldChg>
      <pc:sldChg chg="del">
        <pc:chgData name="Nagaraja, Tavarekere" userId="1759c58a-9166-4dcb-b78b-069248b2a666" providerId="ADAL" clId="{656D9487-545D-4E9D-B0D2-E60FD8F21E22}" dt="2026-09-18T16:58:48.037" v="17" actId="47"/>
        <pc:sldMkLst>
          <pc:docMk/>
          <pc:sldMk cId="3559164539" sldId="302"/>
        </pc:sldMkLst>
      </pc:sldChg>
      <pc:sldChg chg="del">
        <pc:chgData name="Nagaraja, Tavarekere" userId="1759c58a-9166-4dcb-b78b-069248b2a666" providerId="ADAL" clId="{656D9487-545D-4E9D-B0D2-E60FD8F21E22}" dt="2026-09-18T16:58:46.720" v="10" actId="47"/>
        <pc:sldMkLst>
          <pc:docMk/>
          <pc:sldMk cId="1171288164" sldId="303"/>
        </pc:sldMkLst>
      </pc:sldChg>
      <pc:sldChg chg="del">
        <pc:chgData name="Nagaraja, Tavarekere" userId="1759c58a-9166-4dcb-b78b-069248b2a666" providerId="ADAL" clId="{656D9487-545D-4E9D-B0D2-E60FD8F21E22}" dt="2026-09-18T16:58:46.879" v="11" actId="47"/>
        <pc:sldMkLst>
          <pc:docMk/>
          <pc:sldMk cId="2226340257" sldId="304"/>
        </pc:sldMkLst>
      </pc:sldChg>
      <pc:sldChg chg="del">
        <pc:chgData name="Nagaraja, Tavarekere" userId="1759c58a-9166-4dcb-b78b-069248b2a666" providerId="ADAL" clId="{656D9487-545D-4E9D-B0D2-E60FD8F21E22}" dt="2026-09-18T16:58:47.058" v="12" actId="47"/>
        <pc:sldMkLst>
          <pc:docMk/>
          <pc:sldMk cId="2134297071" sldId="3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D9A1BD-BE65-4020-8EAE-58807E6C4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18B20-0AF7-4285-96D3-022E8432C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3C902-AADA-4EC9-8A89-B35CD894F1A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FC1CC-1A9F-4DA8-A653-C2D9C9C8CF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077D0-B6D2-426A-B14C-BB7DD504C9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F260C-6CAC-49E4-91DB-E71E1BCF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91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D36210B-485B-4F49-9128-2F9A77AB84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632E0A6-CC1E-4F7D-8008-121C3D4B1E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914400"/>
          </a:xfrm>
        </p:spPr>
        <p:txBody>
          <a:bodyPr/>
          <a:lstStyle/>
          <a:p>
            <a:r>
              <a:rPr lang="en-US" sz="4800" dirty="0"/>
              <a:t>Intra MRI-LITT-DWI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C6E1DF13-6666-41D2-8E1A-EEE34FC585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3" y="76200"/>
            <a:ext cx="1676747" cy="8244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A42674-784E-4BEF-A4C9-BC0DA0E76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4906"/>
            <a:ext cx="1828800" cy="62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L360705(Ablation) - 20180705_082218_IL36_1_6 - 12 - JimDWI_5s - DtiEpi.ppg - _0h4m24s0ms_">
            <a:hlinkClick r:id="" action="ppaction://media"/>
            <a:extLst>
              <a:ext uri="{FF2B5EF4-FFF2-40B4-BE49-F238E27FC236}">
                <a16:creationId xmlns:a16="http://schemas.microsoft.com/office/drawing/2014/main" id="{4C9901C1-2F88-A1BA-94BE-8ECA8440EE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52630" y="2438400"/>
            <a:ext cx="2438740" cy="2438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88471C-D213-9F95-FF41-FAB0E158BA99}"/>
              </a:ext>
            </a:extLst>
          </p:cNvPr>
          <p:cNvSpPr txBox="1"/>
          <p:nvPr/>
        </p:nvSpPr>
        <p:spPr>
          <a:xfrm>
            <a:off x="990599" y="6000690"/>
            <a:ext cx="58674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i="0" u="none" strike="noStrike" baseline="0" dirty="0">
                <a:latin typeface="MyriadPro-SemiCn"/>
              </a:rPr>
              <a:t>Acta </a:t>
            </a:r>
            <a:r>
              <a:rPr lang="en-US" sz="1000" b="1" i="0" u="none" strike="noStrike" baseline="0" dirty="0" err="1">
                <a:latin typeface="MyriadPro-SemiCn"/>
              </a:rPr>
              <a:t>Neurochirurgica</a:t>
            </a:r>
            <a:r>
              <a:rPr lang="en-US" sz="1000" b="1" i="0" u="none" strike="noStrike" baseline="0" dirty="0">
                <a:latin typeface="MyriadPro-SemiCn"/>
              </a:rPr>
              <a:t> (</a:t>
            </a:r>
            <a:r>
              <a:rPr lang="en-US" sz="1000" b="1" i="0" u="none" strike="noStrike" baseline="0" dirty="0" err="1">
                <a:latin typeface="MyriadPro-SemiCn"/>
              </a:rPr>
              <a:t>ePUB</a:t>
            </a:r>
            <a:r>
              <a:rPr lang="en-US" sz="1000" b="1" i="0" u="none" strike="noStrike" baseline="0" dirty="0">
                <a:latin typeface="MyriadPro-SemiCn"/>
              </a:rPr>
              <a:t> ahead of print); https://doi.org/10.1007/s00701-021-05002-y</a:t>
            </a:r>
          </a:p>
          <a:p>
            <a:pPr algn="l"/>
            <a:r>
              <a:rPr lang="en-US" sz="1000" b="1" i="0" u="none" strike="noStrike" baseline="0" dirty="0">
                <a:latin typeface="MyriadPro-Semibold"/>
              </a:rPr>
              <a:t>TECHNICAL NOTE - TUMOR - GLIOMA</a:t>
            </a:r>
          </a:p>
        </p:txBody>
      </p:sp>
    </p:spTree>
    <p:extLst>
      <p:ext uri="{BB962C8B-B14F-4D97-AF65-F5344CB8AC3E}">
        <p14:creationId xmlns:p14="http://schemas.microsoft.com/office/powerpoint/2010/main" val="290147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5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ad4e763-6078-426c-a740-72edc17115fe}" enabled="1" method="Standard" siteId="{d3523db7-f84a-4a24-a815-cd4ba4691c9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1715</TotalTime>
  <Words>25</Words>
  <Application>Microsoft Office PowerPoint</Application>
  <PresentationFormat>On-screen Show (4:3)</PresentationFormat>
  <Paragraphs>3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Century Gothic</vt:lpstr>
      <vt:lpstr>Courier New</vt:lpstr>
      <vt:lpstr>MyriadPro-Semibold</vt:lpstr>
      <vt:lpstr>MyriadPro-SemiCn</vt:lpstr>
      <vt:lpstr>Palatino Linotype</vt:lpstr>
      <vt:lpstr>Executive</vt:lpstr>
      <vt:lpstr>Intra MRI-LITT-DWI</vt:lpstr>
    </vt:vector>
  </TitlesOfParts>
  <Company>HFHS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Nagaraja, Tavarekere</dc:creator>
  <cp:lastModifiedBy>Nagaraja, Tavarekere</cp:lastModifiedBy>
  <cp:revision>85</cp:revision>
  <dcterms:created xsi:type="dcterms:W3CDTF">2018-03-05T17:08:02Z</dcterms:created>
  <dcterms:modified xsi:type="dcterms:W3CDTF">2026-09-18T17:00:38Z</dcterms:modified>
</cp:coreProperties>
</file>