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9" r:id="rId2"/>
    <p:sldId id="257" r:id="rId3"/>
    <p:sldId id="260" r:id="rId4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ADB3-CD2B-B622-8AEC-5539697BBC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91505-5216-4FCE-C446-45124FC95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1A544-5E93-F0FA-DDA7-DD21ADA203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7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C022-0695-8A2A-F13F-24FB0802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4D4A-CDFF-657D-DD68-873A7BF52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21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B650-5EE3-27E7-831B-C602BE972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6ABC-A2E9-D752-83EE-589B2EE06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6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