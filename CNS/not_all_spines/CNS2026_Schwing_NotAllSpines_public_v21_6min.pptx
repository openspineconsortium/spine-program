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2"/>
    <p:sldId id="258" r:id="rId13"/>
    <p:sldId id="262" r:id="rId17"/>
    <p:sldId id="259" r:id="rId14"/>
    <p:sldId id="260" r:id="rId15"/>
    <p:sldId id="265" r:id="rId20"/>
    <p:sldId id="266" r:id="rId21"/>
    <p:sldId id="267" r:id="rId22"/>
    <p:sldId id="268" r:id="rId23"/>
    <p:sldId id="269" r:id="rId24"/>
    <p:sldId id="270" r:id="rId25"/>
    <p:sldId id="263" r:id="rId18"/>
    <p:sldId id="271" r:id="rId26"/>
    <p:sldId id="264" r:id="rId19"/>
    <p:sldId id="261" r:id="rId16"/>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Greg Schwing, a general surgery resident at Wayne State and the Detroit Medical Center. Not all spines are created equal, and the ones that are not are expensive.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money. US malpractice payments for surgical never events reached 1.3 billion dollars, and one paid claim in four is wrong site. A closed wrong-site claim averages 136 thousand dollars, and spine leads that series. In litigated wrong-disc-level cases, 81 percent were paid. Nearly one spine surgeon in five has been sued for wrong level or side. The grey tiles are my own estimate: 420 to 1,900 wrong-level spine operations a year. And prevention costs too: a gold fiducial runs close to two thousand dollars a patient.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one reason. This is one patient. A is the CT. C is the truth: six lumbar bodies, the lowest in red. B is the most widely used open-source segmenter. It has no sixth lumbar class, so it squeezes six bodies into five labels, and below L2 every label is one level off. It looks fine, and nothing warns you. Its L5 Dice is 0.94 on normal anatomy and 0.29 on lumbarization. Across 1,152 CTs it never once said L6. On the right is a six-lumbar spine from CTSpinoPelvic1K, the public dataset I built to measure this: 802 patients, 33 transitional spines. The model I released merges L5 and L6 in training, which fixes the junction and the sacrum. It can't yet tell four lumbar bodies from five.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five labels assume a textbook spine. This is the textbook: Benzel, chapter 1. Vertebral body width and depth on the left, the canal on the right, one line per level. These lines come from cadaveric series of ten to thirty specimens, and no spread is drawn. They cannot tell you whether the patient in front of you is unusual.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Benzel's plots again, with our data on them. Gray is Panjabi's twelve cadavers. Purple is 984 adults' whole-spine CTs, reweighted to his sex and age: the canal's width sits within a millimeter of his. And the textbook has no place for a thirteenth thoracic or a sixth lumbar: here they are.</a:t>
            </a:r>
          </a:p>
          <a:p>
            <a:r>
              <a:t>If asked: each of Panjabi's twelve specimens is matched to our adults of its sex within five years of its age, and the line is the mean of the twelve. T13 and L6 are every spine's means.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canal, T11 to L5, this time with L5. Depth is a midsagittal chord at the pedicle, not a maximum extent, because that is what the normative series measure. It holds near 17 millimeters at every level. Width opens from 20 to 30. Every median sits inside Panjabi's interval, and now each level has its own spread.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masks give the spinopelvic angles, in the 756 of 802 patients that pass the geometric gates. Pelvic incidence 52.1 degrees, against 52.1 and 53.4 in the two published supine CT series. Sacral slope 36.6, against 36.5 and 34.1. Pelvic tilt 15.5, against 15.6 and 19.2. The dashed line is standing film, a different posture. I call these provisional until the sacral plate comes from a substructure label, but the pelvis in these masks measures what published CT measures.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masks buy you? This. Masked CT goes in. Vertebrae come out: detected, predicted, classified, including the sixth lumbar vertebra the segmenter could not name. Each dot on the right is one vertebra, coloured by its true level, and the levels sort themselves. I am showing you what it does, not how. This part is unpublished work in progress.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end. The CT side is public: the data on Zenodo, the weights and code on GitHub. Thank you to the students and radiology residents who built it, and thank you for listening.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 it by sex: men run 6 millimeters wider than women at L3, and his line sits between.</a:t>
            </a:r>
          </a:p>
          <a:p>
            <a:r>
              <a:t>If asked: Panjabi gives no means by sex; these are the same matching over his men and his women alone.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Asian series, Tan's cadavers, beside our adults of their age and build: smaller bodies.</a:t>
            </a:r>
          </a:p>
          <a:p>
            <a:r>
              <a:t>If asked: Tan reports no sex; our 73 adults in their ranges are 16 men. Their canal was measured on dry bone with a digitiser, a third shallower than Panjabi's.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African series, Alonge's Nigerian adults on CT, against ours reweighted to them.</a:t>
            </a:r>
          </a:p>
          <a:p>
            <a:r>
              <a:t>If asked: no African American series in the literature I hold measures these chords; the Hamann-Todd skeletons give pedicles only. Alonge's width is interpedicular, which is why it climbs to L5.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every decade of each sex. The farther from his cadavers' age, the deeper the colour, and the further the line strays from his.</a:t>
            </a:r>
          </a:p>
          <a:p>
            <a:r>
              <a:t>If asked: the decades are unweighted means of every adult of that sex and decade, ten or more a level. Canal depth is left out by decade because on the CT it reads deeper with age, 16 to 23 mm at L3, the opposite of what age does: the reading leaks in older bone, and is being fixed.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 the plot into depth and the decades come apart. Each line is a spine of its own. Every spine has its own fingerprint.</a:t>
            </a:r>
          </a:p>
          <a:p>
            <a:r>
              <a:t>If asked: the four spines are one CT's vertebrae, each scaled about its own centre by its decade's mean width and depth over every decade's mean; the fingerprint is a drawing of the lines, not data.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each spine has its own fingerprint, the more of it you see, the surer the name: one body, 85 per cent; three, 95; five, 98, with six lumbar bodies or a thirteenth thoracic as well.</a:t>
            </a:r>
          </a:p>
          <a:p>
            <a:r>
              <a:t>If asked: the columns are drawn from the gold tier's own measures and their correlations; the rule reads every body in view at once.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a lateral pan up from the sacrum, prone, as in the room. Each body is found as it comes into view and named counting up from the sacrum, and the three-dimensional map fills in as it goes.</a:t>
            </a:r>
          </a:p>
          <a:p>
            <a:r>
              <a:t>If asked: the frames are made from a public CT, not a patient exposure, and say so in words if anyone asks. Boxes are the detector's own; names below the shoulders are counted from the L5 it named itself, and above the shoulders are its own per-frame reads; T1 and T2, under the shoulders, are left unnamed.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5.xml"/><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9.png"/><Relationship Id="rId7"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7.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hyperlink" Target="https://github.com/OpenSpineConsortium/spinopelvic-seg" TargetMode="External"/><Relationship Id="rId4" Type="http://schemas.openxmlformats.org/officeDocument/2006/relationships/hyperlink" Target="https://huggingface.co/OpenSpineConsortium/spinopelvic-seg-checkpoints" TargetMode="External"/><Relationship Id="rId5" Type="http://schemas.openxmlformats.org/officeDocument/2006/relationships/notesSlide" Target="../notesSlides/notesSlide9.xml"/><Relationship Id="rId6" Type="http://schemas.openxmlformats.org/officeDocument/2006/relationships/hyperlink" Target="https://openspineconsortium.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2.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5.png"/><Relationship Id="rId5"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185558" y="1050000"/>
            <a:ext cx="6600000" cy="2200000"/>
          </a:xfrm>
        </p:spPr>
        <p:txBody>
          <a:bodyPr wrap="square"/>
          <a:lstStyle/>
          <a:p>
            <a:r>
              <a:rPr sz="2400" b="1">
                <a:solidFill>
                  <a:srgbClr val="FFFFFF"/>
                </a:solidFill>
              </a:rPr>
              <a:t>Not All Spines Are Created Equal: A Single-Shot CT Segmentation Model For Preoperative Detection Of Lumbar And Thoracic End Anomalies</a:t>
            </a:r>
          </a:p>
        </p:txBody>
      </p:sp>
      <p:sp>
        <p:nvSpPr>
          <p:cNvPr id="3" name="Subtitle 2"/>
          <p:cNvSpPr>
            <a:spLocks noGrp="1"/>
          </p:cNvSpPr>
          <p:nvPr>
            <p:ph type="subTitle" idx="1"/>
          </p:nvPr>
        </p:nvSpPr>
        <p:spPr>
          <a:xfrm>
            <a:off x="5185558" y="3350000"/>
            <a:ext cx="6600000" cy="900000"/>
          </a:xfrm>
        </p:spPr>
        <p:txBody>
          <a:bodyPr wrap="square"/>
          <a:lstStyle/>
          <a:p>
            <a:r>
              <a:rPr sz="2000">
                <a:solidFill>
                  <a:srgbClr val="FFFFFF"/>
                </a:solidFill>
              </a:rPr>
              <a:t>Gregory J. Schwing, MD, PhD</a:t>
            </a:r>
          </a:p>
          <a:p>
            <a:r>
              <a:rPr sz="1300">
                <a:solidFill>
                  <a:srgbClr val="FFFFFF"/>
                </a:solidFill>
              </a:rPr>
              <a:t>Department of General Surgery, Detroit Medical Center and Wayne State University, Detroit, MI</a:t>
            </a:r>
          </a:p>
        </p:txBody>
      </p:sp>
      <p:sp>
        <p:nvSpPr>
          <p:cNvPr id="4" name="Text Placeholder 3"/>
          <p:cNvSpPr>
            <a:spLocks noGrp="1"/>
          </p:cNvSpPr>
          <p:nvPr>
            <p:ph type="body" idx="10" sz="quarter"/>
          </p:nvPr>
        </p:nvSpPr>
        <p:spPr>
          <a:xfrm>
            <a:off x="5185558" y="4400000"/>
            <a:ext cx="6600000" cy="1800000"/>
          </a:xfrm>
        </p:spPr>
        <p:txBody>
          <a:bodyPr wrap="square"/>
          <a:lstStyle/>
          <a:p>
            <a:pPr>
              <a:spcAft>
                <a:spcPts val="500"/>
              </a:spcAft>
            </a:pPr>
            <a:r>
              <a:rPr sz="1200">
                <a:solidFill>
                  <a:srgbClr val="FFFFFF"/>
                </a:solidFill>
              </a:rPr>
              <a:t>CNS 2026 Annual Meeting, Washington, DC</a:t>
            </a:r>
          </a:p>
          <a:p>
            <a:pPr>
              <a:spcAft>
                <a:spcPts val="500"/>
              </a:spcAft>
            </a:pPr>
            <a:r>
              <a:rPr sz="1200">
                <a:solidFill>
                  <a:srgbClr val="FFFFFF"/>
                </a:solidFill>
              </a:rPr>
              <a:t>Mini Podium 4, Spine Session 1 (MP4SP1)  ·  Monday 2 November 2026, 5:21–6:00 PM  ·  Podium 4, Ballroom ABC</a:t>
            </a:r>
          </a:p>
          <a:p>
            <a:pPr>
              <a:spcAft>
                <a:spcPts val="500"/>
              </a:spcAft>
            </a:pPr>
            <a:r>
              <a:rPr sz="1200">
                <a:solidFill>
                  <a:srgbClr val="FFFFFF"/>
                </a:solidFill>
              </a:rPr>
              <a:t>Results from: Not All Spines Are Created Equal, NeurIPS 2026, Evaluations and Datasets track (accepted)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a wrong site costs, and what avoiding it costs</a:t>
            </a:r>
          </a:p>
        </p:txBody>
      </p:sp>
      <p:pic>
        <p:nvPicPr>
          <p:cNvPr id="3" name="Picture 2" descr="Published costs of wrong-site surgery and of the checks that prevent it."/>
          <p:cNvPicPr>
            <a:picLocks noChangeAspect="1"/>
          </p:cNvPicPr>
          <p:nvPr/>
        </p:nvPicPr>
        <p:blipFill>
          <a:blip r:embed="rId2"/>
          <a:stretch>
            <a:fillRect/>
          </a:stretch>
        </p:blipFill>
        <p:spPr>
          <a:xfrm>
            <a:off x="1750000" y="1420000"/>
            <a:ext cx="10150000" cy="4785000"/>
          </a:xfrm>
          <a:prstGeom prst="rect">
            <a:avLst/>
          </a:prstGeom>
        </p:spPr>
      </p:pic>
      <p:sp>
        <p:nvSpPr>
          <p:cNvPr id="4" name="TextBox 3"/>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Mehtsun WT, et al. Surgery 2013;153:465.   Tan et al. Jt Comm J Qual Patient Saf 2023;49:265.   Bettis T, et al. Patient Saf Surg 2026.   Goodkin R, Laska LL. Surg Neurol 2004;61:323.   Mody MG, et al. Spine 2008;33:194.   Groff MW, et al. World Neurosurg 2013;79:585.   Machin JT, et al. Eur Spine J 2018;27:2693.   Harrison WD, et al. Ann R Coll Surg Engl 2015.   AJNR Am J Neuroradiol 2023;44:618.   Childers CP, Maggard-Gibbons M. JAMA Surg 2018;153:e176233.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CT, six lumbar bodies, and the labels slide a level</a:t>
            </a:r>
          </a:p>
        </p:txBody>
      </p:sp>
      <p:pic>
        <p:nvPicPr>
          <p:cNvPr id="3" name="Picture 2" descr="Coronal CT of one patient in three panels: plain CT; the segmenter's labels, shifted one level, with the sacrum and hips; the true labels, six lumbar bodies with the lowest in red."/>
          <p:cNvPicPr>
            <a:picLocks noChangeAspect="1"/>
          </p:cNvPicPr>
          <p:nvPr/>
        </p:nvPicPr>
        <p:blipFill>
          <a:blip r:embed="rId2"/>
          <a:stretch>
            <a:fillRect/>
          </a:stretch>
        </p:blipFill>
        <p:spPr>
          <a:xfrm>
            <a:off x="1750000" y="1420000"/>
            <a:ext cx="6984792" cy="3143996"/>
          </a:xfrm>
          <a:prstGeom prst="rect">
            <a:avLst/>
          </a:prstGeom>
        </p:spPr>
      </p:pic>
      <p:pic>
        <p:nvPicPr>
          <p:cNvPr id="4" name="Picture 3" descr="Three-dimensional view of a spine with six lumbar bodies, numbered 1 to 6, and the pelvis."/>
          <p:cNvPicPr>
            <a:picLocks noChangeAspect="1"/>
          </p:cNvPicPr>
          <p:nvPr/>
        </p:nvPicPr>
        <p:blipFill>
          <a:blip r:embed="rId3"/>
          <a:stretch>
            <a:fillRect/>
          </a:stretch>
        </p:blipFill>
        <p:spPr>
          <a:xfrm>
            <a:off x="8874792" y="1420000"/>
            <a:ext cx="3025205" cy="3143996"/>
          </a:xfrm>
          <a:prstGeom prst="rect">
            <a:avLst/>
          </a:prstGeom>
        </p:spPr>
      </p:pic>
      <p:sp>
        <p:nvSpPr>
          <p:cNvPr id="5" name="TextBox 4"/>
          <p:cNvSpPr txBox="1"/>
          <p:nvPr/>
        </p:nvSpPr>
        <p:spPr>
          <a:xfrm>
            <a:off x="1750000" y="4613996"/>
            <a:ext cx="10150000" cy="1036004"/>
          </a:xfrm>
          <a:prstGeom prst="rect">
            <a:avLst/>
          </a:prstGeom>
          <a:noFill/>
        </p:spPr>
        <p:txBody>
          <a:bodyPr wrap="square" lIns="0" rIns="0" tIns="0" bIns="0">
            <a:spAutoFit/>
          </a:bodyPr>
          <a:lstStyle/>
          <a:p>
            <a:pPr>
              <a:spcBef>
                <a:spcPts val="0"/>
              </a:spcBef>
              <a:spcAft>
                <a:spcPts val="0"/>
              </a:spcAft>
            </a:pPr>
            <a:r>
              <a:rPr sz="1400" b="0">
                <a:solidFill>
                  <a:srgbClr val="7A7A7A"/>
                </a:solidFill>
              </a:rPr>
              <a:t>A, CT. B, the segmenter's output. C, ground truth, six lumbar bodies. Right, a six-lumbar spine in 3-D (Castellvi IV).</a:t>
            </a:r>
          </a:p>
        </p:txBody>
      </p:sp>
      <p:sp>
        <p:nvSpPr>
          <p:cNvPr id="6" name="TextBox 5"/>
          <p:cNvSpPr txBox="1"/>
          <p:nvPr/>
        </p:nvSpPr>
        <p:spPr>
          <a:xfrm>
            <a:off x="1750000" y="4913996"/>
            <a:ext cx="10150000" cy="736004"/>
          </a:xfrm>
          <a:prstGeom prst="rect">
            <a:avLst/>
          </a:prstGeom>
          <a:noFill/>
        </p:spPr>
        <p:txBody>
          <a:bodyPr wrap="square" lIns="0" rIns="0" tIns="0" bIns="0">
            <a:spAutoFit/>
          </a:bodyPr>
          <a:lstStyle/>
          <a:p>
            <a:pPr>
              <a:spcBef>
                <a:spcPts val="0"/>
              </a:spcBef>
              <a:spcAft>
                <a:spcPts val="0"/>
              </a:spcAft>
            </a:pPr>
            <a:r>
              <a:rPr sz="2000" b="1">
                <a:solidFill>
                  <a:srgbClr val="191D63"/>
                </a:solidFill>
              </a:rPr>
              <a:t>L5 Dice 0.94 on normal anatomy, 0.29 on lumbarization.  L6 emitted: 0 of 1,152 CTs.</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Wasserthal J, et al. Radiol Artif Intell 2023;5:e230024.   Schwing GJ, et al. Not All Spines Are Created Equal: How CT Segmenters Fail on Lumbosacral Transitional Vertebrae. NeurIPS 2026 (accepted).   Dataset article: arXiv 2609.22760, Fig. 2.   CTSpinoPelvic1K, doi.org/10.5281/zenodo.22139642.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plot we learned from: one line per level</a:t>
            </a:r>
          </a:p>
        </p:txBody>
      </p:sp>
      <p:pic>
        <p:nvPicPr>
          <p:cNvPr id="3" name="!!body_base" descr="Textbook plot of vertebral body width and depth against spinal level, one line each, no spread."/>
          <p:cNvPicPr>
            <a:picLocks noChangeAspect="1"/>
          </p:cNvPicPr>
          <p:nvPr/>
        </p:nvPicPr>
        <p:blipFill>
          <a:blip r:embed="rId2"/>
          <a:stretch>
            <a:fillRect/>
          </a:stretch>
        </p:blipFill>
        <p:spPr>
          <a:xfrm>
            <a:off x="2377533" y="1420000"/>
            <a:ext cx="4203658" cy="3830000"/>
          </a:xfrm>
          <a:prstGeom prst="rect">
            <a:avLst/>
          </a:prstGeom>
        </p:spPr>
      </p:pic>
      <p:pic>
        <p:nvPicPr>
          <p:cNvPr id="4" name="!!canal_base" descr="Textbook plot of spinal canal width and depth against spinal level, one line each, no spread."/>
          <p:cNvPicPr>
            <a:picLocks noChangeAspect="1"/>
          </p:cNvPicPr>
          <p:nvPr/>
        </p:nvPicPr>
        <p:blipFill>
          <a:blip r:embed="rId3"/>
          <a:stretch>
            <a:fillRect/>
          </a:stretch>
        </p:blipFill>
        <p:spPr>
          <a:xfrm>
            <a:off x="7031191" y="1420000"/>
            <a:ext cx="4241275" cy="3829999"/>
          </a:xfrm>
          <a:prstGeom prst="rect">
            <a:avLst/>
          </a:prstGeom>
        </p:spPr>
      </p:pic>
      <p:sp>
        <p:nvSpPr>
          <p:cNvPr id="5" name="TextBox 4"/>
          <p:cNvSpPr txBox="1"/>
          <p:nvPr/>
        </p:nvSpPr>
        <p:spPr>
          <a:xfrm>
            <a:off x="1750000" y="5300000"/>
            <a:ext cx="10150000" cy="350000"/>
          </a:xfrm>
          <a:prstGeom prst="rect">
            <a:avLst/>
          </a:prstGeom>
          <a:noFill/>
        </p:spPr>
        <p:txBody>
          <a:bodyPr wrap="square" lIns="0" rIns="0" tIns="0" bIns="0">
            <a:spAutoFit/>
          </a:bodyPr>
          <a:lstStyle/>
          <a:p>
            <a:pPr>
              <a:spcBef>
                <a:spcPts val="0"/>
              </a:spcBef>
              <a:spcAft>
                <a:spcPts val="0"/>
              </a:spcAft>
            </a:pPr>
            <a:r>
              <a:rPr sz="1400" b="0">
                <a:solidFill>
                  <a:srgbClr val="7A7A7A"/>
                </a:solidFill>
              </a:rPr>
              <a:t>Left, vertebral body diameter (Fig. 1.1). Right, spinal canal diameter (Fig. 1.9). Benzel 2015; permission pending.</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chapter 1, Figs 1.1 and 1.9 (ISBN 978-1-60406-924-2). Figure data: Berry et al; Panjabi et al; White and Panjabi; Reynolds et al; McCormack et 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Benzel's plots, redrawn from our whole-spine CTs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Black: Benzel, digitised (permission pending). Gray: Panjabi, 12 cadavers. Purple: 984 adults' whole-spine CTs reweighted to his sex and age. Open circles: T13 and L6, every spine.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 1, Figs 1.1 and 1.9, digitised.   Panjabi MM, et al. Spine 1991;16:861-869 and 888-901; Spine 1992;17:299-306.   Gold tiers 3 and 4: public CT, C2 to the sacrum in view.</a:t>
            </a:r>
          </a:p>
        </p:txBody>
      </p:sp>
      <p:pic>
        <p:nvPicPr>
          <p:cNvPr id="6" name="!!body_base" descr="image.png"/>
          <p:cNvPicPr>
            <a:picLocks noChangeAspect="1"/>
          </p:cNvPicPr>
          <p:nvPr/>
        </p:nvPicPr>
        <p:blipFill>
          <a:blip r:embed="rId4"/>
          <a:stretch>
            <a:fillRect/>
          </a:stretch>
        </p:blipFill>
        <p:spPr>
          <a:xfrm>
            <a:off x="2377533" y="1420000"/>
            <a:ext cx="4203658" cy="3830000"/>
          </a:xfrm>
          <a:prstGeom prst="rect">
            <a:avLst/>
          </a:prstGeom>
        </p:spPr>
      </p:pic>
      <p:pic>
        <p:nvPicPr>
          <p:cNvPr id="7" name="!!canal_base" descr="image.png"/>
          <p:cNvPicPr>
            <a:picLocks noChangeAspect="1"/>
          </p:cNvPicPr>
          <p:nvPr/>
        </p:nvPicPr>
        <p:blipFill>
          <a:blip r:embed="rId5"/>
          <a:stretch>
            <a:fillRect/>
          </a:stretch>
        </p:blipFill>
        <p:spPr>
          <a:xfrm>
            <a:off x="7031191" y="1420000"/>
            <a:ext cx="4241275" cy="3829999"/>
          </a:xfrm>
          <a:prstGeom prst="rect">
            <a:avLst/>
          </a:prstGeom>
        </p:spPr>
      </p:pic>
      <p:sp>
        <p:nvSpPr>
          <p:cNvPr id="3" name="!!body_rw"/>
          <p:cNvSpPr/>
          <p:nvPr/>
        </p:nvSpPr>
        <p:spPr>
          <a:xfrm>
            <a:off x="2802145" y="2221809"/>
            <a:ext cx="3702616" cy="2192649"/>
          </a:xfrm>
          <a:custGeom>
            <a:avLst/>
            <a:gdLst/>
            <a:ahLst/>
            <a:cxnLst/>
            <a:rect l="l" t="t" r="r" b="b"/>
            <a:pathLst>
              <a:path w="3702616" h="2192649">
                <a:moveTo>
                  <a:pt x="0" y="2179156"/>
                </a:moveTo>
                <a:lnTo>
                  <a:pt x="185131" y="2192649"/>
                </a:lnTo>
                <a:lnTo>
                  <a:pt x="370262" y="2030730"/>
                </a:lnTo>
                <a:lnTo>
                  <a:pt x="555392" y="1855318"/>
                </a:lnTo>
                <a:lnTo>
                  <a:pt x="740523" y="1760866"/>
                </a:lnTo>
                <a:lnTo>
                  <a:pt x="925654" y="1464015"/>
                </a:lnTo>
                <a:lnTo>
                  <a:pt x="1110785" y="1491001"/>
                </a:lnTo>
                <a:lnTo>
                  <a:pt x="1184837" y="1592200"/>
                </a:lnTo>
                <a:lnTo>
                  <a:pt x="1258889" y="1585454"/>
                </a:lnTo>
                <a:lnTo>
                  <a:pt x="1332942" y="1517988"/>
                </a:lnTo>
                <a:lnTo>
                  <a:pt x="1406994" y="1437028"/>
                </a:lnTo>
                <a:lnTo>
                  <a:pt x="1481046" y="1376309"/>
                </a:lnTo>
                <a:lnTo>
                  <a:pt x="1555099" y="1281856"/>
                </a:lnTo>
                <a:lnTo>
                  <a:pt x="1629151" y="1113191"/>
                </a:lnTo>
                <a:lnTo>
                  <a:pt x="1703203" y="951272"/>
                </a:lnTo>
                <a:lnTo>
                  <a:pt x="1777256" y="701648"/>
                </a:lnTo>
                <a:lnTo>
                  <a:pt x="1851308" y="499249"/>
                </a:lnTo>
                <a:lnTo>
                  <a:pt x="2221569" y="418290"/>
                </a:lnTo>
                <a:lnTo>
                  <a:pt x="2591831" y="269864"/>
                </a:lnTo>
                <a:lnTo>
                  <a:pt x="2962093" y="101199"/>
                </a:lnTo>
                <a:lnTo>
                  <a:pt x="3332354" y="0"/>
                </a:lnTo>
                <a:lnTo>
                  <a:pt x="3702616" y="6747"/>
                </a:lnTo>
              </a:path>
            </a:pathLst>
          </a:custGeom>
          <a:noFill/>
          <a:ln w="11430">
            <a:solidFill>
              <a:srgbClr val="5A5A5A"/>
            </a:solidFill>
            <a:prstDash val="sysDot"/>
            <a:round/>
          </a:ln>
        </p:spPr>
        <p:txBody>
          <a:bodyPr rtlCol="0" anchor="ctr"/>
          <a:lstStyle/>
          <a:p>
            <a:pPr algn="ctr"/>
          </a:p>
        </p:txBody>
      </p:sp>
      <p:sp>
        <p:nvSpPr>
          <p:cNvPr id="8" name="!!body_rw_C3"/>
          <p:cNvSpPr/>
          <p:nvPr/>
        </p:nvSpPr>
        <p:spPr>
          <a:xfrm>
            <a:off x="2780555" y="4379375"/>
            <a:ext cx="43180" cy="43180"/>
          </a:xfrm>
          <a:prstGeom prst="diamond">
            <a:avLst/>
          </a:prstGeom>
          <a:solidFill>
            <a:srgbClr val="5A5A5A"/>
          </a:solidFill>
          <a:ln>
            <a:noFill/>
          </a:ln>
        </p:spPr>
        <p:txBody>
          <a:bodyPr rtlCol="0" anchor="ctr"/>
          <a:lstStyle/>
          <a:p>
            <a:pPr algn="ctr"/>
          </a:p>
        </p:txBody>
      </p:sp>
      <p:sp>
        <p:nvSpPr>
          <p:cNvPr id="9" name="!!body_rw_C4"/>
          <p:cNvSpPr/>
          <p:nvPr/>
        </p:nvSpPr>
        <p:spPr>
          <a:xfrm>
            <a:off x="2965686" y="4392868"/>
            <a:ext cx="43180" cy="43180"/>
          </a:xfrm>
          <a:prstGeom prst="diamond">
            <a:avLst/>
          </a:prstGeom>
          <a:solidFill>
            <a:srgbClr val="5A5A5A"/>
          </a:solidFill>
          <a:ln>
            <a:noFill/>
          </a:ln>
        </p:spPr>
        <p:txBody>
          <a:bodyPr rtlCol="0" anchor="ctr"/>
          <a:lstStyle/>
          <a:p>
            <a:pPr algn="ctr"/>
          </a:p>
        </p:txBody>
      </p:sp>
      <p:sp>
        <p:nvSpPr>
          <p:cNvPr id="10" name="!!body_rw_C5"/>
          <p:cNvSpPr/>
          <p:nvPr/>
        </p:nvSpPr>
        <p:spPr>
          <a:xfrm>
            <a:off x="3150817" y="4230949"/>
            <a:ext cx="43180" cy="43180"/>
          </a:xfrm>
          <a:prstGeom prst="diamond">
            <a:avLst/>
          </a:prstGeom>
          <a:solidFill>
            <a:srgbClr val="5A5A5A"/>
          </a:solidFill>
          <a:ln>
            <a:noFill/>
          </a:ln>
        </p:spPr>
        <p:txBody>
          <a:bodyPr rtlCol="0" anchor="ctr"/>
          <a:lstStyle/>
          <a:p>
            <a:pPr algn="ctr"/>
          </a:p>
        </p:txBody>
      </p:sp>
      <p:sp>
        <p:nvSpPr>
          <p:cNvPr id="11" name="!!body_rw_C6"/>
          <p:cNvSpPr/>
          <p:nvPr/>
        </p:nvSpPr>
        <p:spPr>
          <a:xfrm>
            <a:off x="3335947" y="4055537"/>
            <a:ext cx="43180" cy="43180"/>
          </a:xfrm>
          <a:prstGeom prst="diamond">
            <a:avLst/>
          </a:prstGeom>
          <a:solidFill>
            <a:srgbClr val="5A5A5A"/>
          </a:solidFill>
          <a:ln>
            <a:noFill/>
          </a:ln>
        </p:spPr>
        <p:txBody>
          <a:bodyPr rtlCol="0" anchor="ctr"/>
          <a:lstStyle/>
          <a:p>
            <a:pPr algn="ctr"/>
          </a:p>
        </p:txBody>
      </p:sp>
      <p:sp>
        <p:nvSpPr>
          <p:cNvPr id="12" name="!!body_rw_C7"/>
          <p:cNvSpPr/>
          <p:nvPr/>
        </p:nvSpPr>
        <p:spPr>
          <a:xfrm>
            <a:off x="3521078" y="3961085"/>
            <a:ext cx="43180" cy="43180"/>
          </a:xfrm>
          <a:prstGeom prst="diamond">
            <a:avLst/>
          </a:prstGeom>
          <a:solidFill>
            <a:srgbClr val="5A5A5A"/>
          </a:solidFill>
          <a:ln>
            <a:noFill/>
          </a:ln>
        </p:spPr>
        <p:txBody>
          <a:bodyPr rtlCol="0" anchor="ctr"/>
          <a:lstStyle/>
          <a:p>
            <a:pPr algn="ctr"/>
          </a:p>
        </p:txBody>
      </p:sp>
      <p:sp>
        <p:nvSpPr>
          <p:cNvPr id="13" name="!!body_rw_T1"/>
          <p:cNvSpPr/>
          <p:nvPr/>
        </p:nvSpPr>
        <p:spPr>
          <a:xfrm>
            <a:off x="3706209" y="3664234"/>
            <a:ext cx="43180" cy="43180"/>
          </a:xfrm>
          <a:prstGeom prst="diamond">
            <a:avLst/>
          </a:prstGeom>
          <a:solidFill>
            <a:srgbClr val="5A5A5A"/>
          </a:solidFill>
          <a:ln>
            <a:noFill/>
          </a:ln>
        </p:spPr>
        <p:txBody>
          <a:bodyPr rtlCol="0" anchor="ctr"/>
          <a:lstStyle/>
          <a:p>
            <a:pPr algn="ctr"/>
          </a:p>
        </p:txBody>
      </p:sp>
      <p:sp>
        <p:nvSpPr>
          <p:cNvPr id="14" name="!!body_rw_T2"/>
          <p:cNvSpPr/>
          <p:nvPr/>
        </p:nvSpPr>
        <p:spPr>
          <a:xfrm>
            <a:off x="3891340" y="3691220"/>
            <a:ext cx="43180" cy="43180"/>
          </a:xfrm>
          <a:prstGeom prst="diamond">
            <a:avLst/>
          </a:prstGeom>
          <a:solidFill>
            <a:srgbClr val="5A5A5A"/>
          </a:solidFill>
          <a:ln>
            <a:noFill/>
          </a:ln>
        </p:spPr>
        <p:txBody>
          <a:bodyPr rtlCol="0" anchor="ctr"/>
          <a:lstStyle/>
          <a:p>
            <a:pPr algn="ctr"/>
          </a:p>
        </p:txBody>
      </p:sp>
      <p:sp>
        <p:nvSpPr>
          <p:cNvPr id="15" name="!!body_rw_T3"/>
          <p:cNvSpPr/>
          <p:nvPr/>
        </p:nvSpPr>
        <p:spPr>
          <a:xfrm>
            <a:off x="3965392" y="3792419"/>
            <a:ext cx="43180" cy="43180"/>
          </a:xfrm>
          <a:prstGeom prst="diamond">
            <a:avLst/>
          </a:prstGeom>
          <a:solidFill>
            <a:srgbClr val="5A5A5A"/>
          </a:solidFill>
          <a:ln>
            <a:noFill/>
          </a:ln>
        </p:spPr>
        <p:txBody>
          <a:bodyPr rtlCol="0" anchor="ctr"/>
          <a:lstStyle/>
          <a:p>
            <a:pPr algn="ctr"/>
          </a:p>
        </p:txBody>
      </p:sp>
      <p:sp>
        <p:nvSpPr>
          <p:cNvPr id="16" name="!!body_rw_T4"/>
          <p:cNvSpPr/>
          <p:nvPr/>
        </p:nvSpPr>
        <p:spPr>
          <a:xfrm>
            <a:off x="4039444" y="3785673"/>
            <a:ext cx="43180" cy="43180"/>
          </a:xfrm>
          <a:prstGeom prst="diamond">
            <a:avLst/>
          </a:prstGeom>
          <a:solidFill>
            <a:srgbClr val="5A5A5A"/>
          </a:solidFill>
          <a:ln>
            <a:noFill/>
          </a:ln>
        </p:spPr>
        <p:txBody>
          <a:bodyPr rtlCol="0" anchor="ctr"/>
          <a:lstStyle/>
          <a:p>
            <a:pPr algn="ctr"/>
          </a:p>
        </p:txBody>
      </p:sp>
      <p:sp>
        <p:nvSpPr>
          <p:cNvPr id="17" name="!!body_rw_T5"/>
          <p:cNvSpPr/>
          <p:nvPr/>
        </p:nvSpPr>
        <p:spPr>
          <a:xfrm>
            <a:off x="4113497" y="3718207"/>
            <a:ext cx="43180" cy="43180"/>
          </a:xfrm>
          <a:prstGeom prst="diamond">
            <a:avLst/>
          </a:prstGeom>
          <a:solidFill>
            <a:srgbClr val="5A5A5A"/>
          </a:solidFill>
          <a:ln>
            <a:noFill/>
          </a:ln>
        </p:spPr>
        <p:txBody>
          <a:bodyPr rtlCol="0" anchor="ctr"/>
          <a:lstStyle/>
          <a:p>
            <a:pPr algn="ctr"/>
          </a:p>
        </p:txBody>
      </p:sp>
      <p:sp>
        <p:nvSpPr>
          <p:cNvPr id="18" name="!!body_rw_T6"/>
          <p:cNvSpPr/>
          <p:nvPr/>
        </p:nvSpPr>
        <p:spPr>
          <a:xfrm>
            <a:off x="4187549" y="3637247"/>
            <a:ext cx="43180" cy="43180"/>
          </a:xfrm>
          <a:prstGeom prst="diamond">
            <a:avLst/>
          </a:prstGeom>
          <a:solidFill>
            <a:srgbClr val="5A5A5A"/>
          </a:solidFill>
          <a:ln>
            <a:noFill/>
          </a:ln>
        </p:spPr>
        <p:txBody>
          <a:bodyPr rtlCol="0" anchor="ctr"/>
          <a:lstStyle/>
          <a:p>
            <a:pPr algn="ctr"/>
          </a:p>
        </p:txBody>
      </p:sp>
      <p:sp>
        <p:nvSpPr>
          <p:cNvPr id="19" name="!!body_rw_T7"/>
          <p:cNvSpPr/>
          <p:nvPr/>
        </p:nvSpPr>
        <p:spPr>
          <a:xfrm>
            <a:off x="4261601" y="3576528"/>
            <a:ext cx="43180" cy="43180"/>
          </a:xfrm>
          <a:prstGeom prst="diamond">
            <a:avLst/>
          </a:prstGeom>
          <a:solidFill>
            <a:srgbClr val="5A5A5A"/>
          </a:solidFill>
          <a:ln>
            <a:noFill/>
          </a:ln>
        </p:spPr>
        <p:txBody>
          <a:bodyPr rtlCol="0" anchor="ctr"/>
          <a:lstStyle/>
          <a:p>
            <a:pPr algn="ctr"/>
          </a:p>
        </p:txBody>
      </p:sp>
      <p:sp>
        <p:nvSpPr>
          <p:cNvPr id="20" name="!!body_rw_T8"/>
          <p:cNvSpPr/>
          <p:nvPr/>
        </p:nvSpPr>
        <p:spPr>
          <a:xfrm>
            <a:off x="4335654" y="3482075"/>
            <a:ext cx="43180" cy="43180"/>
          </a:xfrm>
          <a:prstGeom prst="diamond">
            <a:avLst/>
          </a:prstGeom>
          <a:solidFill>
            <a:srgbClr val="5A5A5A"/>
          </a:solidFill>
          <a:ln>
            <a:noFill/>
          </a:ln>
        </p:spPr>
        <p:txBody>
          <a:bodyPr rtlCol="0" anchor="ctr"/>
          <a:lstStyle/>
          <a:p>
            <a:pPr algn="ctr"/>
          </a:p>
        </p:txBody>
      </p:sp>
      <p:sp>
        <p:nvSpPr>
          <p:cNvPr id="21" name="!!body_rw_T9"/>
          <p:cNvSpPr/>
          <p:nvPr/>
        </p:nvSpPr>
        <p:spPr>
          <a:xfrm>
            <a:off x="4409706" y="3313410"/>
            <a:ext cx="43180" cy="43180"/>
          </a:xfrm>
          <a:prstGeom prst="diamond">
            <a:avLst/>
          </a:prstGeom>
          <a:solidFill>
            <a:srgbClr val="5A5A5A"/>
          </a:solidFill>
          <a:ln>
            <a:noFill/>
          </a:ln>
        </p:spPr>
        <p:txBody>
          <a:bodyPr rtlCol="0" anchor="ctr"/>
          <a:lstStyle/>
          <a:p>
            <a:pPr algn="ctr"/>
          </a:p>
        </p:txBody>
      </p:sp>
      <p:sp>
        <p:nvSpPr>
          <p:cNvPr id="22" name="!!body_rw_T10"/>
          <p:cNvSpPr/>
          <p:nvPr/>
        </p:nvSpPr>
        <p:spPr>
          <a:xfrm>
            <a:off x="4483758" y="3151491"/>
            <a:ext cx="43180" cy="43180"/>
          </a:xfrm>
          <a:prstGeom prst="diamond">
            <a:avLst/>
          </a:prstGeom>
          <a:solidFill>
            <a:srgbClr val="5A5A5A"/>
          </a:solidFill>
          <a:ln>
            <a:noFill/>
          </a:ln>
        </p:spPr>
        <p:txBody>
          <a:bodyPr rtlCol="0" anchor="ctr"/>
          <a:lstStyle/>
          <a:p>
            <a:pPr algn="ctr"/>
          </a:p>
        </p:txBody>
      </p:sp>
      <p:sp>
        <p:nvSpPr>
          <p:cNvPr id="23" name="!!body_rw_T11"/>
          <p:cNvSpPr/>
          <p:nvPr/>
        </p:nvSpPr>
        <p:spPr>
          <a:xfrm>
            <a:off x="4557811" y="2901867"/>
            <a:ext cx="43180" cy="43180"/>
          </a:xfrm>
          <a:prstGeom prst="diamond">
            <a:avLst/>
          </a:prstGeom>
          <a:solidFill>
            <a:srgbClr val="5A5A5A"/>
          </a:solidFill>
          <a:ln>
            <a:noFill/>
          </a:ln>
        </p:spPr>
        <p:txBody>
          <a:bodyPr rtlCol="0" anchor="ctr"/>
          <a:lstStyle/>
          <a:p>
            <a:pPr algn="ctr"/>
          </a:p>
        </p:txBody>
      </p:sp>
      <p:sp>
        <p:nvSpPr>
          <p:cNvPr id="24" name="!!body_rw_T12"/>
          <p:cNvSpPr/>
          <p:nvPr/>
        </p:nvSpPr>
        <p:spPr>
          <a:xfrm>
            <a:off x="4631863" y="2699468"/>
            <a:ext cx="43180" cy="43180"/>
          </a:xfrm>
          <a:prstGeom prst="diamond">
            <a:avLst/>
          </a:prstGeom>
          <a:solidFill>
            <a:srgbClr val="5A5A5A"/>
          </a:solidFill>
          <a:ln>
            <a:noFill/>
          </a:ln>
        </p:spPr>
        <p:txBody>
          <a:bodyPr rtlCol="0" anchor="ctr"/>
          <a:lstStyle/>
          <a:p>
            <a:pPr algn="ctr"/>
          </a:p>
        </p:txBody>
      </p:sp>
      <p:sp>
        <p:nvSpPr>
          <p:cNvPr id="25" name="!!body_rw_L1"/>
          <p:cNvSpPr/>
          <p:nvPr/>
        </p:nvSpPr>
        <p:spPr>
          <a:xfrm>
            <a:off x="5002124" y="2618509"/>
            <a:ext cx="43180" cy="43180"/>
          </a:xfrm>
          <a:prstGeom prst="diamond">
            <a:avLst/>
          </a:prstGeom>
          <a:solidFill>
            <a:srgbClr val="5A5A5A"/>
          </a:solidFill>
          <a:ln>
            <a:noFill/>
          </a:ln>
        </p:spPr>
        <p:txBody>
          <a:bodyPr rtlCol="0" anchor="ctr"/>
          <a:lstStyle/>
          <a:p>
            <a:pPr algn="ctr"/>
          </a:p>
        </p:txBody>
      </p:sp>
      <p:sp>
        <p:nvSpPr>
          <p:cNvPr id="26" name="!!body_rw_L2"/>
          <p:cNvSpPr/>
          <p:nvPr/>
        </p:nvSpPr>
        <p:spPr>
          <a:xfrm>
            <a:off x="5372386" y="2470083"/>
            <a:ext cx="43180" cy="43180"/>
          </a:xfrm>
          <a:prstGeom prst="diamond">
            <a:avLst/>
          </a:prstGeom>
          <a:solidFill>
            <a:srgbClr val="5A5A5A"/>
          </a:solidFill>
          <a:ln>
            <a:noFill/>
          </a:ln>
        </p:spPr>
        <p:txBody>
          <a:bodyPr rtlCol="0" anchor="ctr"/>
          <a:lstStyle/>
          <a:p>
            <a:pPr algn="ctr"/>
          </a:p>
        </p:txBody>
      </p:sp>
      <p:sp>
        <p:nvSpPr>
          <p:cNvPr id="27" name="!!body_rw_L3"/>
          <p:cNvSpPr/>
          <p:nvPr/>
        </p:nvSpPr>
        <p:spPr>
          <a:xfrm>
            <a:off x="5742648" y="2301418"/>
            <a:ext cx="43180" cy="43180"/>
          </a:xfrm>
          <a:prstGeom prst="diamond">
            <a:avLst/>
          </a:prstGeom>
          <a:solidFill>
            <a:srgbClr val="5A5A5A"/>
          </a:solidFill>
          <a:ln>
            <a:noFill/>
          </a:ln>
        </p:spPr>
        <p:txBody>
          <a:bodyPr rtlCol="0" anchor="ctr"/>
          <a:lstStyle/>
          <a:p>
            <a:pPr algn="ctr"/>
          </a:p>
        </p:txBody>
      </p:sp>
      <p:sp>
        <p:nvSpPr>
          <p:cNvPr id="28" name="!!body_rw_L4"/>
          <p:cNvSpPr/>
          <p:nvPr/>
        </p:nvSpPr>
        <p:spPr>
          <a:xfrm>
            <a:off x="6112909" y="2200219"/>
            <a:ext cx="43180" cy="43180"/>
          </a:xfrm>
          <a:prstGeom prst="diamond">
            <a:avLst/>
          </a:prstGeom>
          <a:solidFill>
            <a:srgbClr val="5A5A5A"/>
          </a:solidFill>
          <a:ln>
            <a:noFill/>
          </a:ln>
        </p:spPr>
        <p:txBody>
          <a:bodyPr rtlCol="0" anchor="ctr"/>
          <a:lstStyle/>
          <a:p>
            <a:pPr algn="ctr"/>
          </a:p>
        </p:txBody>
      </p:sp>
      <p:sp>
        <p:nvSpPr>
          <p:cNvPr id="29" name="!!body_rw_L5"/>
          <p:cNvSpPr/>
          <p:nvPr/>
        </p:nvSpPr>
        <p:spPr>
          <a:xfrm>
            <a:off x="6483171" y="2206966"/>
            <a:ext cx="43180" cy="43180"/>
          </a:xfrm>
          <a:prstGeom prst="diamond">
            <a:avLst/>
          </a:prstGeom>
          <a:solidFill>
            <a:srgbClr val="5A5A5A"/>
          </a:solidFill>
          <a:ln>
            <a:noFill/>
          </a:ln>
        </p:spPr>
        <p:txBody>
          <a:bodyPr rtlCol="0" anchor="ctr"/>
          <a:lstStyle/>
          <a:p>
            <a:pPr algn="ctr"/>
          </a:p>
        </p:txBody>
      </p:sp>
      <p:sp>
        <p:nvSpPr>
          <p:cNvPr id="30" name="!!body_rd"/>
          <p:cNvSpPr/>
          <p:nvPr/>
        </p:nvSpPr>
        <p:spPr>
          <a:xfrm>
            <a:off x="2802145" y="3166335"/>
            <a:ext cx="3702616" cy="1383055"/>
          </a:xfrm>
          <a:custGeom>
            <a:avLst/>
            <a:gdLst/>
            <a:ahLst/>
            <a:cxnLst/>
            <a:rect l="l" t="t" r="r" b="b"/>
            <a:pathLst>
              <a:path w="3702616" h="1383055">
                <a:moveTo>
                  <a:pt x="0" y="1383055"/>
                </a:moveTo>
                <a:lnTo>
                  <a:pt x="185131" y="1362815"/>
                </a:lnTo>
                <a:lnTo>
                  <a:pt x="370262" y="1369562"/>
                </a:lnTo>
                <a:lnTo>
                  <a:pt x="555392" y="1288603"/>
                </a:lnTo>
                <a:lnTo>
                  <a:pt x="740523" y="1173910"/>
                </a:lnTo>
                <a:lnTo>
                  <a:pt x="925654" y="1146924"/>
                </a:lnTo>
                <a:lnTo>
                  <a:pt x="1110785" y="1072711"/>
                </a:lnTo>
                <a:lnTo>
                  <a:pt x="1184837" y="863566"/>
                </a:lnTo>
                <a:lnTo>
                  <a:pt x="1258889" y="823086"/>
                </a:lnTo>
                <a:lnTo>
                  <a:pt x="1332942" y="755620"/>
                </a:lnTo>
                <a:lnTo>
                  <a:pt x="1406994" y="640928"/>
                </a:lnTo>
                <a:lnTo>
                  <a:pt x="1481046" y="546475"/>
                </a:lnTo>
                <a:lnTo>
                  <a:pt x="1555099" y="512742"/>
                </a:lnTo>
                <a:lnTo>
                  <a:pt x="1629151" y="418290"/>
                </a:lnTo>
                <a:lnTo>
                  <a:pt x="1703203" y="337330"/>
                </a:lnTo>
                <a:lnTo>
                  <a:pt x="1777256" y="242878"/>
                </a:lnTo>
                <a:lnTo>
                  <a:pt x="1851308" y="182158"/>
                </a:lnTo>
                <a:lnTo>
                  <a:pt x="2221569" y="94452"/>
                </a:lnTo>
                <a:lnTo>
                  <a:pt x="2591831" y="60719"/>
                </a:lnTo>
                <a:lnTo>
                  <a:pt x="2962093" y="20240"/>
                </a:lnTo>
                <a:lnTo>
                  <a:pt x="3332354" y="0"/>
                </a:lnTo>
                <a:lnTo>
                  <a:pt x="3702616" y="53973"/>
                </a:lnTo>
              </a:path>
            </a:pathLst>
          </a:custGeom>
          <a:noFill/>
          <a:ln w="11430">
            <a:solidFill>
              <a:srgbClr val="5A5A5A"/>
            </a:solidFill>
            <a:prstDash val="sysDot"/>
            <a:round/>
          </a:ln>
        </p:spPr>
        <p:txBody>
          <a:bodyPr rtlCol="0" anchor="ctr"/>
          <a:lstStyle/>
          <a:p>
            <a:pPr algn="ctr"/>
          </a:p>
        </p:txBody>
      </p:sp>
      <p:sp>
        <p:nvSpPr>
          <p:cNvPr id="31" name="!!body_rd_C3"/>
          <p:cNvSpPr/>
          <p:nvPr/>
        </p:nvSpPr>
        <p:spPr>
          <a:xfrm>
            <a:off x="2780555" y="4527800"/>
            <a:ext cx="43180" cy="43180"/>
          </a:xfrm>
          <a:prstGeom prst="diamond">
            <a:avLst/>
          </a:prstGeom>
          <a:solidFill>
            <a:srgbClr val="5A5A5A"/>
          </a:solidFill>
          <a:ln>
            <a:noFill/>
          </a:ln>
        </p:spPr>
        <p:txBody>
          <a:bodyPr rtlCol="0" anchor="ctr"/>
          <a:lstStyle/>
          <a:p>
            <a:pPr algn="ctr"/>
          </a:p>
        </p:txBody>
      </p:sp>
      <p:sp>
        <p:nvSpPr>
          <p:cNvPr id="32" name="!!body_rd_C4"/>
          <p:cNvSpPr/>
          <p:nvPr/>
        </p:nvSpPr>
        <p:spPr>
          <a:xfrm>
            <a:off x="2965686" y="4507560"/>
            <a:ext cx="43180" cy="43180"/>
          </a:xfrm>
          <a:prstGeom prst="diamond">
            <a:avLst/>
          </a:prstGeom>
          <a:solidFill>
            <a:srgbClr val="5A5A5A"/>
          </a:solidFill>
          <a:ln>
            <a:noFill/>
          </a:ln>
        </p:spPr>
        <p:txBody>
          <a:bodyPr rtlCol="0" anchor="ctr"/>
          <a:lstStyle/>
          <a:p>
            <a:pPr algn="ctr"/>
          </a:p>
        </p:txBody>
      </p:sp>
      <p:sp>
        <p:nvSpPr>
          <p:cNvPr id="33" name="!!body_rd_C5"/>
          <p:cNvSpPr/>
          <p:nvPr/>
        </p:nvSpPr>
        <p:spPr>
          <a:xfrm>
            <a:off x="3150817" y="4514307"/>
            <a:ext cx="43180" cy="43180"/>
          </a:xfrm>
          <a:prstGeom prst="diamond">
            <a:avLst/>
          </a:prstGeom>
          <a:solidFill>
            <a:srgbClr val="5A5A5A"/>
          </a:solidFill>
          <a:ln>
            <a:noFill/>
          </a:ln>
        </p:spPr>
        <p:txBody>
          <a:bodyPr rtlCol="0" anchor="ctr"/>
          <a:lstStyle/>
          <a:p>
            <a:pPr algn="ctr"/>
          </a:p>
        </p:txBody>
      </p:sp>
      <p:sp>
        <p:nvSpPr>
          <p:cNvPr id="34" name="!!body_rd_C6"/>
          <p:cNvSpPr/>
          <p:nvPr/>
        </p:nvSpPr>
        <p:spPr>
          <a:xfrm>
            <a:off x="3335947" y="4433348"/>
            <a:ext cx="43180" cy="43180"/>
          </a:xfrm>
          <a:prstGeom prst="diamond">
            <a:avLst/>
          </a:prstGeom>
          <a:solidFill>
            <a:srgbClr val="5A5A5A"/>
          </a:solidFill>
          <a:ln>
            <a:noFill/>
          </a:ln>
        </p:spPr>
        <p:txBody>
          <a:bodyPr rtlCol="0" anchor="ctr"/>
          <a:lstStyle/>
          <a:p>
            <a:pPr algn="ctr"/>
          </a:p>
        </p:txBody>
      </p:sp>
      <p:sp>
        <p:nvSpPr>
          <p:cNvPr id="35" name="!!body_rd_C7"/>
          <p:cNvSpPr/>
          <p:nvPr/>
        </p:nvSpPr>
        <p:spPr>
          <a:xfrm>
            <a:off x="3521078" y="4318655"/>
            <a:ext cx="43180" cy="43180"/>
          </a:xfrm>
          <a:prstGeom prst="diamond">
            <a:avLst/>
          </a:prstGeom>
          <a:solidFill>
            <a:srgbClr val="5A5A5A"/>
          </a:solidFill>
          <a:ln>
            <a:noFill/>
          </a:ln>
        </p:spPr>
        <p:txBody>
          <a:bodyPr rtlCol="0" anchor="ctr"/>
          <a:lstStyle/>
          <a:p>
            <a:pPr algn="ctr"/>
          </a:p>
        </p:txBody>
      </p:sp>
      <p:sp>
        <p:nvSpPr>
          <p:cNvPr id="36" name="!!body_rd_T1"/>
          <p:cNvSpPr/>
          <p:nvPr/>
        </p:nvSpPr>
        <p:spPr>
          <a:xfrm>
            <a:off x="3706209" y="4291669"/>
            <a:ext cx="43180" cy="43180"/>
          </a:xfrm>
          <a:prstGeom prst="diamond">
            <a:avLst/>
          </a:prstGeom>
          <a:solidFill>
            <a:srgbClr val="5A5A5A"/>
          </a:solidFill>
          <a:ln>
            <a:noFill/>
          </a:ln>
        </p:spPr>
        <p:txBody>
          <a:bodyPr rtlCol="0" anchor="ctr"/>
          <a:lstStyle/>
          <a:p>
            <a:pPr algn="ctr"/>
          </a:p>
        </p:txBody>
      </p:sp>
      <p:sp>
        <p:nvSpPr>
          <p:cNvPr id="37" name="!!body_rd_T2"/>
          <p:cNvSpPr/>
          <p:nvPr/>
        </p:nvSpPr>
        <p:spPr>
          <a:xfrm>
            <a:off x="3891340" y="4217456"/>
            <a:ext cx="43180" cy="43180"/>
          </a:xfrm>
          <a:prstGeom prst="diamond">
            <a:avLst/>
          </a:prstGeom>
          <a:solidFill>
            <a:srgbClr val="5A5A5A"/>
          </a:solidFill>
          <a:ln>
            <a:noFill/>
          </a:ln>
        </p:spPr>
        <p:txBody>
          <a:bodyPr rtlCol="0" anchor="ctr"/>
          <a:lstStyle/>
          <a:p>
            <a:pPr algn="ctr"/>
          </a:p>
        </p:txBody>
      </p:sp>
      <p:sp>
        <p:nvSpPr>
          <p:cNvPr id="38" name="!!body_rd_T3"/>
          <p:cNvSpPr/>
          <p:nvPr/>
        </p:nvSpPr>
        <p:spPr>
          <a:xfrm>
            <a:off x="3965392" y="4008311"/>
            <a:ext cx="43180" cy="43180"/>
          </a:xfrm>
          <a:prstGeom prst="diamond">
            <a:avLst/>
          </a:prstGeom>
          <a:solidFill>
            <a:srgbClr val="5A5A5A"/>
          </a:solidFill>
          <a:ln>
            <a:noFill/>
          </a:ln>
        </p:spPr>
        <p:txBody>
          <a:bodyPr rtlCol="0" anchor="ctr"/>
          <a:lstStyle/>
          <a:p>
            <a:pPr algn="ctr"/>
          </a:p>
        </p:txBody>
      </p:sp>
      <p:sp>
        <p:nvSpPr>
          <p:cNvPr id="39" name="!!body_rd_T4"/>
          <p:cNvSpPr/>
          <p:nvPr/>
        </p:nvSpPr>
        <p:spPr>
          <a:xfrm>
            <a:off x="4039444" y="3967831"/>
            <a:ext cx="43180" cy="43180"/>
          </a:xfrm>
          <a:prstGeom prst="diamond">
            <a:avLst/>
          </a:prstGeom>
          <a:solidFill>
            <a:srgbClr val="5A5A5A"/>
          </a:solidFill>
          <a:ln>
            <a:noFill/>
          </a:ln>
        </p:spPr>
        <p:txBody>
          <a:bodyPr rtlCol="0" anchor="ctr"/>
          <a:lstStyle/>
          <a:p>
            <a:pPr algn="ctr"/>
          </a:p>
        </p:txBody>
      </p:sp>
      <p:sp>
        <p:nvSpPr>
          <p:cNvPr id="40" name="!!body_rd_T5"/>
          <p:cNvSpPr/>
          <p:nvPr/>
        </p:nvSpPr>
        <p:spPr>
          <a:xfrm>
            <a:off x="4113497" y="3900365"/>
            <a:ext cx="43180" cy="43180"/>
          </a:xfrm>
          <a:prstGeom prst="diamond">
            <a:avLst/>
          </a:prstGeom>
          <a:solidFill>
            <a:srgbClr val="5A5A5A"/>
          </a:solidFill>
          <a:ln>
            <a:noFill/>
          </a:ln>
        </p:spPr>
        <p:txBody>
          <a:bodyPr rtlCol="0" anchor="ctr"/>
          <a:lstStyle/>
          <a:p>
            <a:pPr algn="ctr"/>
          </a:p>
        </p:txBody>
      </p:sp>
      <p:sp>
        <p:nvSpPr>
          <p:cNvPr id="41" name="!!body_rd_T6"/>
          <p:cNvSpPr/>
          <p:nvPr/>
        </p:nvSpPr>
        <p:spPr>
          <a:xfrm>
            <a:off x="4187549" y="3785673"/>
            <a:ext cx="43180" cy="43180"/>
          </a:xfrm>
          <a:prstGeom prst="diamond">
            <a:avLst/>
          </a:prstGeom>
          <a:solidFill>
            <a:srgbClr val="5A5A5A"/>
          </a:solidFill>
          <a:ln>
            <a:noFill/>
          </a:ln>
        </p:spPr>
        <p:txBody>
          <a:bodyPr rtlCol="0" anchor="ctr"/>
          <a:lstStyle/>
          <a:p>
            <a:pPr algn="ctr"/>
          </a:p>
        </p:txBody>
      </p:sp>
      <p:sp>
        <p:nvSpPr>
          <p:cNvPr id="42" name="!!body_rd_T7"/>
          <p:cNvSpPr/>
          <p:nvPr/>
        </p:nvSpPr>
        <p:spPr>
          <a:xfrm>
            <a:off x="4261601" y="3691220"/>
            <a:ext cx="43180" cy="43180"/>
          </a:xfrm>
          <a:prstGeom prst="diamond">
            <a:avLst/>
          </a:prstGeom>
          <a:solidFill>
            <a:srgbClr val="5A5A5A"/>
          </a:solidFill>
          <a:ln>
            <a:noFill/>
          </a:ln>
        </p:spPr>
        <p:txBody>
          <a:bodyPr rtlCol="0" anchor="ctr"/>
          <a:lstStyle/>
          <a:p>
            <a:pPr algn="ctr"/>
          </a:p>
        </p:txBody>
      </p:sp>
      <p:sp>
        <p:nvSpPr>
          <p:cNvPr id="43" name="!!body_rd_T8"/>
          <p:cNvSpPr/>
          <p:nvPr/>
        </p:nvSpPr>
        <p:spPr>
          <a:xfrm>
            <a:off x="4335654" y="3657487"/>
            <a:ext cx="43180" cy="43180"/>
          </a:xfrm>
          <a:prstGeom prst="diamond">
            <a:avLst/>
          </a:prstGeom>
          <a:solidFill>
            <a:srgbClr val="5A5A5A"/>
          </a:solidFill>
          <a:ln>
            <a:noFill/>
          </a:ln>
        </p:spPr>
        <p:txBody>
          <a:bodyPr rtlCol="0" anchor="ctr"/>
          <a:lstStyle/>
          <a:p>
            <a:pPr algn="ctr"/>
          </a:p>
        </p:txBody>
      </p:sp>
      <p:sp>
        <p:nvSpPr>
          <p:cNvPr id="44" name="!!body_rd_T9"/>
          <p:cNvSpPr/>
          <p:nvPr/>
        </p:nvSpPr>
        <p:spPr>
          <a:xfrm>
            <a:off x="4409706" y="3563035"/>
            <a:ext cx="43180" cy="43180"/>
          </a:xfrm>
          <a:prstGeom prst="diamond">
            <a:avLst/>
          </a:prstGeom>
          <a:solidFill>
            <a:srgbClr val="5A5A5A"/>
          </a:solidFill>
          <a:ln>
            <a:noFill/>
          </a:ln>
        </p:spPr>
        <p:txBody>
          <a:bodyPr rtlCol="0" anchor="ctr"/>
          <a:lstStyle/>
          <a:p>
            <a:pPr algn="ctr"/>
          </a:p>
        </p:txBody>
      </p:sp>
      <p:sp>
        <p:nvSpPr>
          <p:cNvPr id="45" name="!!body_rd_T10"/>
          <p:cNvSpPr/>
          <p:nvPr/>
        </p:nvSpPr>
        <p:spPr>
          <a:xfrm>
            <a:off x="4483758" y="3482075"/>
            <a:ext cx="43180" cy="43180"/>
          </a:xfrm>
          <a:prstGeom prst="diamond">
            <a:avLst/>
          </a:prstGeom>
          <a:solidFill>
            <a:srgbClr val="5A5A5A"/>
          </a:solidFill>
          <a:ln>
            <a:noFill/>
          </a:ln>
        </p:spPr>
        <p:txBody>
          <a:bodyPr rtlCol="0" anchor="ctr"/>
          <a:lstStyle/>
          <a:p>
            <a:pPr algn="ctr"/>
          </a:p>
        </p:txBody>
      </p:sp>
      <p:sp>
        <p:nvSpPr>
          <p:cNvPr id="46" name="!!body_rd_T11"/>
          <p:cNvSpPr/>
          <p:nvPr/>
        </p:nvSpPr>
        <p:spPr>
          <a:xfrm>
            <a:off x="4557811" y="3387623"/>
            <a:ext cx="43180" cy="43180"/>
          </a:xfrm>
          <a:prstGeom prst="diamond">
            <a:avLst/>
          </a:prstGeom>
          <a:solidFill>
            <a:srgbClr val="5A5A5A"/>
          </a:solidFill>
          <a:ln>
            <a:noFill/>
          </a:ln>
        </p:spPr>
        <p:txBody>
          <a:bodyPr rtlCol="0" anchor="ctr"/>
          <a:lstStyle/>
          <a:p>
            <a:pPr algn="ctr"/>
          </a:p>
        </p:txBody>
      </p:sp>
      <p:sp>
        <p:nvSpPr>
          <p:cNvPr id="47" name="!!body_rd_T12"/>
          <p:cNvSpPr/>
          <p:nvPr/>
        </p:nvSpPr>
        <p:spPr>
          <a:xfrm>
            <a:off x="4631863" y="3326903"/>
            <a:ext cx="43180" cy="43180"/>
          </a:xfrm>
          <a:prstGeom prst="diamond">
            <a:avLst/>
          </a:prstGeom>
          <a:solidFill>
            <a:srgbClr val="5A5A5A"/>
          </a:solidFill>
          <a:ln>
            <a:noFill/>
          </a:ln>
        </p:spPr>
        <p:txBody>
          <a:bodyPr rtlCol="0" anchor="ctr"/>
          <a:lstStyle/>
          <a:p>
            <a:pPr algn="ctr"/>
          </a:p>
        </p:txBody>
      </p:sp>
      <p:sp>
        <p:nvSpPr>
          <p:cNvPr id="48" name="!!body_rd_L1"/>
          <p:cNvSpPr/>
          <p:nvPr/>
        </p:nvSpPr>
        <p:spPr>
          <a:xfrm>
            <a:off x="5002124" y="3239197"/>
            <a:ext cx="43180" cy="43180"/>
          </a:xfrm>
          <a:prstGeom prst="diamond">
            <a:avLst/>
          </a:prstGeom>
          <a:solidFill>
            <a:srgbClr val="5A5A5A"/>
          </a:solidFill>
          <a:ln>
            <a:noFill/>
          </a:ln>
        </p:spPr>
        <p:txBody>
          <a:bodyPr rtlCol="0" anchor="ctr"/>
          <a:lstStyle/>
          <a:p>
            <a:pPr algn="ctr"/>
          </a:p>
        </p:txBody>
      </p:sp>
      <p:sp>
        <p:nvSpPr>
          <p:cNvPr id="49" name="!!body_rd_L2"/>
          <p:cNvSpPr/>
          <p:nvPr/>
        </p:nvSpPr>
        <p:spPr>
          <a:xfrm>
            <a:off x="5372386" y="3205464"/>
            <a:ext cx="43180" cy="43180"/>
          </a:xfrm>
          <a:prstGeom prst="diamond">
            <a:avLst/>
          </a:prstGeom>
          <a:solidFill>
            <a:srgbClr val="5A5A5A"/>
          </a:solidFill>
          <a:ln>
            <a:noFill/>
          </a:ln>
        </p:spPr>
        <p:txBody>
          <a:bodyPr rtlCol="0" anchor="ctr"/>
          <a:lstStyle/>
          <a:p>
            <a:pPr algn="ctr"/>
          </a:p>
        </p:txBody>
      </p:sp>
      <p:sp>
        <p:nvSpPr>
          <p:cNvPr id="50" name="!!body_rd_L3"/>
          <p:cNvSpPr/>
          <p:nvPr/>
        </p:nvSpPr>
        <p:spPr>
          <a:xfrm>
            <a:off x="5742648" y="3164985"/>
            <a:ext cx="43180" cy="43180"/>
          </a:xfrm>
          <a:prstGeom prst="diamond">
            <a:avLst/>
          </a:prstGeom>
          <a:solidFill>
            <a:srgbClr val="5A5A5A"/>
          </a:solidFill>
          <a:ln>
            <a:noFill/>
          </a:ln>
        </p:spPr>
        <p:txBody>
          <a:bodyPr rtlCol="0" anchor="ctr"/>
          <a:lstStyle/>
          <a:p>
            <a:pPr algn="ctr"/>
          </a:p>
        </p:txBody>
      </p:sp>
      <p:sp>
        <p:nvSpPr>
          <p:cNvPr id="51" name="!!body_rd_L4"/>
          <p:cNvSpPr/>
          <p:nvPr/>
        </p:nvSpPr>
        <p:spPr>
          <a:xfrm>
            <a:off x="6112909" y="3144745"/>
            <a:ext cx="43180" cy="43180"/>
          </a:xfrm>
          <a:prstGeom prst="diamond">
            <a:avLst/>
          </a:prstGeom>
          <a:solidFill>
            <a:srgbClr val="5A5A5A"/>
          </a:solidFill>
          <a:ln>
            <a:noFill/>
          </a:ln>
        </p:spPr>
        <p:txBody>
          <a:bodyPr rtlCol="0" anchor="ctr"/>
          <a:lstStyle/>
          <a:p>
            <a:pPr algn="ctr"/>
          </a:p>
        </p:txBody>
      </p:sp>
      <p:sp>
        <p:nvSpPr>
          <p:cNvPr id="52" name="!!body_rd_L5"/>
          <p:cNvSpPr/>
          <p:nvPr/>
        </p:nvSpPr>
        <p:spPr>
          <a:xfrm>
            <a:off x="6483171" y="3198718"/>
            <a:ext cx="43180" cy="43180"/>
          </a:xfrm>
          <a:prstGeom prst="diamond">
            <a:avLst/>
          </a:prstGeom>
          <a:solidFill>
            <a:srgbClr val="5A5A5A"/>
          </a:solidFill>
          <a:ln>
            <a:noFill/>
          </a:ln>
        </p:spPr>
        <p:txBody>
          <a:bodyPr rtlCol="0" anchor="ctr"/>
          <a:lstStyle/>
          <a:p>
            <a:pPr algn="ctr"/>
          </a:p>
        </p:txBody>
      </p:sp>
      <p:sp>
        <p:nvSpPr>
          <p:cNvPr id="53" name="!!body_x_w_T13"/>
          <p:cNvSpPr/>
          <p:nvPr/>
        </p:nvSpPr>
        <p:spPr>
          <a:xfrm>
            <a:off x="4758700" y="2340102"/>
            <a:ext cx="63500" cy="63500"/>
          </a:xfrm>
          <a:prstGeom prst="ellipse">
            <a:avLst/>
          </a:prstGeom>
          <a:solidFill>
            <a:srgbClr val="FFFFFF"/>
          </a:solidFill>
          <a:ln w="12700">
            <a:solidFill>
              <a:srgbClr val="333333"/>
            </a:solidFill>
          </a:ln>
        </p:spPr>
        <p:txBody>
          <a:bodyPr rtlCol="0" anchor="ctr"/>
          <a:lstStyle/>
          <a:p>
            <a:pPr algn="ctr"/>
          </a:p>
        </p:txBody>
      </p:sp>
      <p:sp>
        <p:nvSpPr>
          <p:cNvPr id="54" name="!!body_x_w_L6"/>
          <p:cNvSpPr/>
          <p:nvPr/>
        </p:nvSpPr>
        <p:spPr>
          <a:xfrm>
            <a:off x="6795138" y="2614717"/>
            <a:ext cx="63500" cy="63500"/>
          </a:xfrm>
          <a:prstGeom prst="ellipse">
            <a:avLst/>
          </a:prstGeom>
          <a:solidFill>
            <a:srgbClr val="FFFFFF"/>
          </a:solidFill>
          <a:ln w="12700">
            <a:solidFill>
              <a:srgbClr val="333333"/>
            </a:solidFill>
          </a:ln>
        </p:spPr>
        <p:txBody>
          <a:bodyPr rtlCol="0" anchor="ctr"/>
          <a:lstStyle/>
          <a:p>
            <a:pPr algn="ctr"/>
          </a:p>
        </p:txBody>
      </p:sp>
      <p:sp>
        <p:nvSpPr>
          <p:cNvPr id="55" name="!!body_x_d_T13"/>
          <p:cNvSpPr/>
          <p:nvPr/>
        </p:nvSpPr>
        <p:spPr>
          <a:xfrm>
            <a:off x="4854968" y="3303247"/>
            <a:ext cx="63500" cy="63500"/>
          </a:xfrm>
          <a:prstGeom prst="ellipse">
            <a:avLst/>
          </a:prstGeom>
          <a:solidFill>
            <a:srgbClr val="FFFFFF"/>
          </a:solidFill>
          <a:ln w="12700">
            <a:solidFill>
              <a:srgbClr val="333333"/>
            </a:solidFill>
          </a:ln>
        </p:spPr>
        <p:txBody>
          <a:bodyPr rtlCol="0" anchor="ctr"/>
          <a:lstStyle/>
          <a:p>
            <a:pPr algn="ctr"/>
          </a:p>
        </p:txBody>
      </p:sp>
      <p:sp>
        <p:nvSpPr>
          <p:cNvPr id="56" name="!!body_x_d_L6"/>
          <p:cNvSpPr/>
          <p:nvPr/>
        </p:nvSpPr>
        <p:spPr>
          <a:xfrm>
            <a:off x="6891406" y="3282755"/>
            <a:ext cx="63500" cy="63500"/>
          </a:xfrm>
          <a:prstGeom prst="ellipse">
            <a:avLst/>
          </a:prstGeom>
          <a:solidFill>
            <a:srgbClr val="FFFFFF"/>
          </a:solidFill>
          <a:ln w="12700">
            <a:solidFill>
              <a:srgbClr val="333333"/>
            </a:solidFill>
          </a:ln>
        </p:spPr>
        <p:txBody>
          <a:bodyPr rtlCol="0" anchor="ctr"/>
          <a:lstStyle/>
          <a:p>
            <a:pPr algn="ctr"/>
          </a:p>
        </p:txBody>
      </p:sp>
      <p:sp>
        <p:nvSpPr>
          <p:cNvPr id="57" name="!!body_w_m"/>
          <p:cNvSpPr/>
          <p:nvPr/>
        </p:nvSpPr>
        <p:spPr>
          <a:xfrm>
            <a:off x="2802145" y="2032319"/>
            <a:ext cx="3702616" cy="2350642"/>
          </a:xfrm>
          <a:custGeom>
            <a:avLst/>
            <a:gdLst/>
            <a:ahLst/>
            <a:cxnLst/>
            <a:rect l="l" t="t" r="r" b="b"/>
            <a:pathLst>
              <a:path w="3702616" h="2350642">
                <a:moveTo>
                  <a:pt x="0" y="2350642"/>
                </a:moveTo>
                <a:lnTo>
                  <a:pt x="185131" y="2338511"/>
                </a:lnTo>
                <a:lnTo>
                  <a:pt x="370262" y="2252110"/>
                </a:lnTo>
                <a:lnTo>
                  <a:pt x="555392" y="2022467"/>
                </a:lnTo>
                <a:lnTo>
                  <a:pt x="740523" y="2011038"/>
                </a:lnTo>
                <a:lnTo>
                  <a:pt x="925654" y="1697158"/>
                </a:lnTo>
                <a:lnTo>
                  <a:pt x="1110785" y="1480055"/>
                </a:lnTo>
                <a:lnTo>
                  <a:pt x="1184837" y="1699722"/>
                </a:lnTo>
                <a:lnTo>
                  <a:pt x="1258889" y="1728924"/>
                </a:lnTo>
                <a:lnTo>
                  <a:pt x="1332942" y="1654836"/>
                </a:lnTo>
                <a:lnTo>
                  <a:pt x="1406994" y="1532973"/>
                </a:lnTo>
                <a:lnTo>
                  <a:pt x="1481046" y="1398943"/>
                </a:lnTo>
                <a:lnTo>
                  <a:pt x="1555099" y="1251181"/>
                </a:lnTo>
                <a:lnTo>
                  <a:pt x="1629151" y="1127086"/>
                </a:lnTo>
                <a:lnTo>
                  <a:pt x="1703203" y="931101"/>
                </a:lnTo>
                <a:lnTo>
                  <a:pt x="1777256" y="754384"/>
                </a:lnTo>
                <a:lnTo>
                  <a:pt x="1851308" y="676393"/>
                </a:lnTo>
                <a:lnTo>
                  <a:pt x="2221569" y="493055"/>
                </a:lnTo>
                <a:lnTo>
                  <a:pt x="2591831" y="339043"/>
                </a:lnTo>
                <a:lnTo>
                  <a:pt x="2962093" y="124374"/>
                </a:lnTo>
                <a:lnTo>
                  <a:pt x="3332354" y="0"/>
                </a:lnTo>
                <a:lnTo>
                  <a:pt x="3702616" y="235540"/>
                </a:lnTo>
              </a:path>
            </a:pathLst>
          </a:custGeom>
          <a:noFill/>
          <a:ln w="22860">
            <a:solidFill>
              <a:srgbClr val="7A3E9D"/>
            </a:solidFill>
            <a:round/>
          </a:ln>
        </p:spPr>
        <p:txBody>
          <a:bodyPr rtlCol="0" anchor="ctr"/>
          <a:lstStyle/>
          <a:p>
            <a:pPr algn="ctr"/>
          </a:p>
        </p:txBody>
      </p:sp>
      <p:sp>
        <p:nvSpPr>
          <p:cNvPr id="58" name="!!body_w_f"/>
          <p:cNvSpPr/>
          <p:nvPr/>
        </p:nvSpPr>
        <p:spPr>
          <a:xfrm>
            <a:off x="2802145" y="2032319"/>
            <a:ext cx="3702616" cy="2350642"/>
          </a:xfrm>
          <a:custGeom>
            <a:avLst/>
            <a:gdLst/>
            <a:ahLst/>
            <a:cxnLst/>
            <a:rect l="l" t="t" r="r" b="b"/>
            <a:pathLst>
              <a:path w="3702616" h="2350642">
                <a:moveTo>
                  <a:pt x="0" y="2350642"/>
                </a:moveTo>
                <a:lnTo>
                  <a:pt x="185131" y="2338511"/>
                </a:lnTo>
                <a:lnTo>
                  <a:pt x="370262" y="2252110"/>
                </a:lnTo>
                <a:lnTo>
                  <a:pt x="555392" y="2022467"/>
                </a:lnTo>
                <a:lnTo>
                  <a:pt x="740523" y="2011038"/>
                </a:lnTo>
                <a:lnTo>
                  <a:pt x="925654" y="1697158"/>
                </a:lnTo>
                <a:lnTo>
                  <a:pt x="1110785" y="1480055"/>
                </a:lnTo>
                <a:lnTo>
                  <a:pt x="1184837" y="1699722"/>
                </a:lnTo>
                <a:lnTo>
                  <a:pt x="1258889" y="1728924"/>
                </a:lnTo>
                <a:lnTo>
                  <a:pt x="1332942" y="1654836"/>
                </a:lnTo>
                <a:lnTo>
                  <a:pt x="1406994" y="1532973"/>
                </a:lnTo>
                <a:lnTo>
                  <a:pt x="1481046" y="1398943"/>
                </a:lnTo>
                <a:lnTo>
                  <a:pt x="1555099" y="1251181"/>
                </a:lnTo>
                <a:lnTo>
                  <a:pt x="1629151" y="1127086"/>
                </a:lnTo>
                <a:lnTo>
                  <a:pt x="1703203" y="931101"/>
                </a:lnTo>
                <a:lnTo>
                  <a:pt x="1777256" y="754384"/>
                </a:lnTo>
                <a:lnTo>
                  <a:pt x="1851308" y="676393"/>
                </a:lnTo>
                <a:lnTo>
                  <a:pt x="2221569" y="493055"/>
                </a:lnTo>
                <a:lnTo>
                  <a:pt x="2591831" y="339043"/>
                </a:lnTo>
                <a:lnTo>
                  <a:pt x="2962093" y="124374"/>
                </a:lnTo>
                <a:lnTo>
                  <a:pt x="3332354" y="0"/>
                </a:lnTo>
                <a:lnTo>
                  <a:pt x="3702616" y="235540"/>
                </a:lnTo>
              </a:path>
            </a:pathLst>
          </a:custGeom>
          <a:noFill/>
          <a:ln w="22860">
            <a:solidFill>
              <a:srgbClr val="7A3E9D"/>
            </a:solidFill>
            <a:round/>
          </a:ln>
        </p:spPr>
        <p:txBody>
          <a:bodyPr rtlCol="0" anchor="ctr"/>
          <a:lstStyle/>
          <a:p>
            <a:pPr algn="ctr"/>
          </a:p>
        </p:txBody>
      </p:sp>
      <p:sp>
        <p:nvSpPr>
          <p:cNvPr id="59" name="!!body_d_m"/>
          <p:cNvSpPr/>
          <p:nvPr/>
        </p:nvSpPr>
        <p:spPr>
          <a:xfrm>
            <a:off x="3021939" y="3201344"/>
            <a:ext cx="3482822" cy="1348046"/>
          </a:xfrm>
          <a:custGeom>
            <a:avLst/>
            <a:gdLst/>
            <a:ahLst/>
            <a:cxnLst/>
            <a:rect l="l" t="t" r="r" b="b"/>
            <a:pathLst>
              <a:path w="3482822" h="1348046">
                <a:moveTo>
                  <a:pt x="0" y="1348046"/>
                </a:moveTo>
                <a:lnTo>
                  <a:pt x="150468" y="1295744"/>
                </a:lnTo>
                <a:lnTo>
                  <a:pt x="335598" y="1175933"/>
                </a:lnTo>
                <a:lnTo>
                  <a:pt x="520729" y="1091013"/>
                </a:lnTo>
                <a:lnTo>
                  <a:pt x="705860" y="1142353"/>
                </a:lnTo>
                <a:lnTo>
                  <a:pt x="890991" y="1031504"/>
                </a:lnTo>
                <a:lnTo>
                  <a:pt x="965043" y="901489"/>
                </a:lnTo>
                <a:lnTo>
                  <a:pt x="1039095" y="758010"/>
                </a:lnTo>
                <a:lnTo>
                  <a:pt x="1113148" y="632876"/>
                </a:lnTo>
                <a:lnTo>
                  <a:pt x="1187200" y="530357"/>
                </a:lnTo>
                <a:lnTo>
                  <a:pt x="1261252" y="412327"/>
                </a:lnTo>
                <a:lnTo>
                  <a:pt x="1335305" y="313733"/>
                </a:lnTo>
                <a:lnTo>
                  <a:pt x="1409357" y="221928"/>
                </a:lnTo>
                <a:lnTo>
                  <a:pt x="1483409" y="162957"/>
                </a:lnTo>
                <a:lnTo>
                  <a:pt x="1557462" y="160211"/>
                </a:lnTo>
                <a:lnTo>
                  <a:pt x="1631514" y="164507"/>
                </a:lnTo>
                <a:lnTo>
                  <a:pt x="2001775" y="98004"/>
                </a:lnTo>
                <a:lnTo>
                  <a:pt x="2372037" y="38372"/>
                </a:lnTo>
                <a:lnTo>
                  <a:pt x="2742299" y="0"/>
                </a:lnTo>
                <a:lnTo>
                  <a:pt x="3112560" y="21458"/>
                </a:lnTo>
                <a:lnTo>
                  <a:pt x="3482822" y="172598"/>
                </a:lnTo>
              </a:path>
            </a:pathLst>
          </a:custGeom>
          <a:noFill/>
          <a:ln w="22860">
            <a:solidFill>
              <a:srgbClr val="7A3E9D"/>
            </a:solidFill>
            <a:prstDash val="dash"/>
            <a:round/>
          </a:ln>
        </p:spPr>
        <p:txBody>
          <a:bodyPr rtlCol="0" anchor="ctr"/>
          <a:lstStyle/>
          <a:p>
            <a:pPr algn="ctr"/>
          </a:p>
        </p:txBody>
      </p:sp>
      <p:sp>
        <p:nvSpPr>
          <p:cNvPr id="60" name="!!body_d_f"/>
          <p:cNvSpPr/>
          <p:nvPr/>
        </p:nvSpPr>
        <p:spPr>
          <a:xfrm>
            <a:off x="3021939" y="3201344"/>
            <a:ext cx="3482822" cy="1348046"/>
          </a:xfrm>
          <a:custGeom>
            <a:avLst/>
            <a:gdLst/>
            <a:ahLst/>
            <a:cxnLst/>
            <a:rect l="l" t="t" r="r" b="b"/>
            <a:pathLst>
              <a:path w="3482822" h="1348046">
                <a:moveTo>
                  <a:pt x="0" y="1348046"/>
                </a:moveTo>
                <a:lnTo>
                  <a:pt x="150468" y="1295744"/>
                </a:lnTo>
                <a:lnTo>
                  <a:pt x="335598" y="1175933"/>
                </a:lnTo>
                <a:lnTo>
                  <a:pt x="520729" y="1091013"/>
                </a:lnTo>
                <a:lnTo>
                  <a:pt x="705860" y="1142353"/>
                </a:lnTo>
                <a:lnTo>
                  <a:pt x="890991" y="1031504"/>
                </a:lnTo>
                <a:lnTo>
                  <a:pt x="965043" y="901489"/>
                </a:lnTo>
                <a:lnTo>
                  <a:pt x="1039095" y="758010"/>
                </a:lnTo>
                <a:lnTo>
                  <a:pt x="1113148" y="632876"/>
                </a:lnTo>
                <a:lnTo>
                  <a:pt x="1187200" y="530357"/>
                </a:lnTo>
                <a:lnTo>
                  <a:pt x="1261252" y="412327"/>
                </a:lnTo>
                <a:lnTo>
                  <a:pt x="1335305" y="313733"/>
                </a:lnTo>
                <a:lnTo>
                  <a:pt x="1409357" y="221928"/>
                </a:lnTo>
                <a:lnTo>
                  <a:pt x="1483409" y="162957"/>
                </a:lnTo>
                <a:lnTo>
                  <a:pt x="1557462" y="160211"/>
                </a:lnTo>
                <a:lnTo>
                  <a:pt x="1631514" y="164507"/>
                </a:lnTo>
                <a:lnTo>
                  <a:pt x="2001775" y="98004"/>
                </a:lnTo>
                <a:lnTo>
                  <a:pt x="2372037" y="38372"/>
                </a:lnTo>
                <a:lnTo>
                  <a:pt x="2742299" y="0"/>
                </a:lnTo>
                <a:lnTo>
                  <a:pt x="3112560" y="21458"/>
                </a:lnTo>
                <a:lnTo>
                  <a:pt x="3482822" y="172598"/>
                </a:lnTo>
              </a:path>
            </a:pathLst>
          </a:custGeom>
          <a:noFill/>
          <a:ln w="22860">
            <a:solidFill>
              <a:srgbClr val="7A3E9D"/>
            </a:solidFill>
            <a:prstDash val="dash"/>
            <a:round/>
          </a:ln>
        </p:spPr>
        <p:txBody>
          <a:bodyPr rtlCol="0" anchor="ctr"/>
          <a:lstStyle/>
          <a:p>
            <a:pPr algn="ctr"/>
          </a:p>
        </p:txBody>
      </p:sp>
      <p:sp>
        <p:nvSpPr>
          <p:cNvPr id="61" name="!!canal_rw"/>
          <p:cNvSpPr/>
          <p:nvPr/>
        </p:nvSpPr>
        <p:spPr>
          <a:xfrm>
            <a:off x="7425330" y="1926747"/>
            <a:ext cx="3812863" cy="1585829"/>
          </a:xfrm>
          <a:custGeom>
            <a:avLst/>
            <a:gdLst/>
            <a:ahLst/>
            <a:cxnLst/>
            <a:rect l="l" t="t" r="r" b="b"/>
            <a:pathLst>
              <a:path w="3812863" h="1585829">
                <a:moveTo>
                  <a:pt x="0" y="408233"/>
                </a:moveTo>
                <a:lnTo>
                  <a:pt x="293297" y="659453"/>
                </a:lnTo>
                <a:lnTo>
                  <a:pt x="586594" y="376830"/>
                </a:lnTo>
                <a:lnTo>
                  <a:pt x="879891" y="345428"/>
                </a:lnTo>
                <a:lnTo>
                  <a:pt x="1173188" y="204116"/>
                </a:lnTo>
                <a:lnTo>
                  <a:pt x="1466486" y="408233"/>
                </a:lnTo>
                <a:lnTo>
                  <a:pt x="1613134" y="832168"/>
                </a:lnTo>
                <a:lnTo>
                  <a:pt x="1759783" y="1193297"/>
                </a:lnTo>
                <a:lnTo>
                  <a:pt x="1818442" y="1381712"/>
                </a:lnTo>
                <a:lnTo>
                  <a:pt x="1877102" y="1585829"/>
                </a:lnTo>
                <a:lnTo>
                  <a:pt x="1935761" y="1570128"/>
                </a:lnTo>
                <a:lnTo>
                  <a:pt x="1994421" y="1538725"/>
                </a:lnTo>
                <a:lnTo>
                  <a:pt x="2053080" y="1538725"/>
                </a:lnTo>
                <a:lnTo>
                  <a:pt x="2111739" y="1475920"/>
                </a:lnTo>
                <a:lnTo>
                  <a:pt x="2170399" y="1444518"/>
                </a:lnTo>
                <a:lnTo>
                  <a:pt x="2229058" y="1397414"/>
                </a:lnTo>
                <a:lnTo>
                  <a:pt x="2287718" y="1208998"/>
                </a:lnTo>
                <a:lnTo>
                  <a:pt x="2346377" y="769362"/>
                </a:lnTo>
                <a:lnTo>
                  <a:pt x="2639674" y="533843"/>
                </a:lnTo>
                <a:lnTo>
                  <a:pt x="2932972" y="518142"/>
                </a:lnTo>
                <a:lnTo>
                  <a:pt x="3226269" y="439635"/>
                </a:lnTo>
                <a:lnTo>
                  <a:pt x="3519566" y="266921"/>
                </a:lnTo>
                <a:lnTo>
                  <a:pt x="3812863" y="0"/>
                </a:lnTo>
              </a:path>
            </a:pathLst>
          </a:custGeom>
          <a:noFill/>
          <a:ln w="11430">
            <a:solidFill>
              <a:srgbClr val="5A5A5A"/>
            </a:solidFill>
            <a:prstDash val="sysDot"/>
            <a:round/>
          </a:ln>
        </p:spPr>
        <p:txBody>
          <a:bodyPr rtlCol="0" anchor="ctr"/>
          <a:lstStyle/>
          <a:p>
            <a:pPr algn="ctr"/>
          </a:p>
        </p:txBody>
      </p:sp>
      <p:sp>
        <p:nvSpPr>
          <p:cNvPr id="62" name="!!canal_rw_C2"/>
          <p:cNvSpPr/>
          <p:nvPr/>
        </p:nvSpPr>
        <p:spPr>
          <a:xfrm>
            <a:off x="7403740" y="2313390"/>
            <a:ext cx="43180" cy="43180"/>
          </a:xfrm>
          <a:prstGeom prst="diamond">
            <a:avLst/>
          </a:prstGeom>
          <a:solidFill>
            <a:srgbClr val="5A5A5A"/>
          </a:solidFill>
          <a:ln>
            <a:noFill/>
          </a:ln>
        </p:spPr>
        <p:txBody>
          <a:bodyPr rtlCol="0" anchor="ctr"/>
          <a:lstStyle/>
          <a:p>
            <a:pPr algn="ctr"/>
          </a:p>
        </p:txBody>
      </p:sp>
      <p:sp>
        <p:nvSpPr>
          <p:cNvPr id="63" name="!!canal_rw_C3"/>
          <p:cNvSpPr/>
          <p:nvPr/>
        </p:nvSpPr>
        <p:spPr>
          <a:xfrm>
            <a:off x="7697037" y="2564610"/>
            <a:ext cx="43180" cy="43180"/>
          </a:xfrm>
          <a:prstGeom prst="diamond">
            <a:avLst/>
          </a:prstGeom>
          <a:solidFill>
            <a:srgbClr val="5A5A5A"/>
          </a:solidFill>
          <a:ln>
            <a:noFill/>
          </a:ln>
        </p:spPr>
        <p:txBody>
          <a:bodyPr rtlCol="0" anchor="ctr"/>
          <a:lstStyle/>
          <a:p>
            <a:pPr algn="ctr"/>
          </a:p>
        </p:txBody>
      </p:sp>
      <p:sp>
        <p:nvSpPr>
          <p:cNvPr id="64" name="!!canal_rw_C4"/>
          <p:cNvSpPr/>
          <p:nvPr/>
        </p:nvSpPr>
        <p:spPr>
          <a:xfrm>
            <a:off x="7990334" y="2281987"/>
            <a:ext cx="43180" cy="43180"/>
          </a:xfrm>
          <a:prstGeom prst="diamond">
            <a:avLst/>
          </a:prstGeom>
          <a:solidFill>
            <a:srgbClr val="5A5A5A"/>
          </a:solidFill>
          <a:ln>
            <a:noFill/>
          </a:ln>
        </p:spPr>
        <p:txBody>
          <a:bodyPr rtlCol="0" anchor="ctr"/>
          <a:lstStyle/>
          <a:p>
            <a:pPr algn="ctr"/>
          </a:p>
        </p:txBody>
      </p:sp>
      <p:sp>
        <p:nvSpPr>
          <p:cNvPr id="65" name="!!canal_rw_C5"/>
          <p:cNvSpPr/>
          <p:nvPr/>
        </p:nvSpPr>
        <p:spPr>
          <a:xfrm>
            <a:off x="8283631" y="2250585"/>
            <a:ext cx="43180" cy="43180"/>
          </a:xfrm>
          <a:prstGeom prst="diamond">
            <a:avLst/>
          </a:prstGeom>
          <a:solidFill>
            <a:srgbClr val="5A5A5A"/>
          </a:solidFill>
          <a:ln>
            <a:noFill/>
          </a:ln>
        </p:spPr>
        <p:txBody>
          <a:bodyPr rtlCol="0" anchor="ctr"/>
          <a:lstStyle/>
          <a:p>
            <a:pPr algn="ctr"/>
          </a:p>
        </p:txBody>
      </p:sp>
      <p:sp>
        <p:nvSpPr>
          <p:cNvPr id="66" name="!!canal_rw_C6"/>
          <p:cNvSpPr/>
          <p:nvPr/>
        </p:nvSpPr>
        <p:spPr>
          <a:xfrm>
            <a:off x="8576928" y="2109273"/>
            <a:ext cx="43180" cy="43180"/>
          </a:xfrm>
          <a:prstGeom prst="diamond">
            <a:avLst/>
          </a:prstGeom>
          <a:solidFill>
            <a:srgbClr val="5A5A5A"/>
          </a:solidFill>
          <a:ln>
            <a:noFill/>
          </a:ln>
        </p:spPr>
        <p:txBody>
          <a:bodyPr rtlCol="0" anchor="ctr"/>
          <a:lstStyle/>
          <a:p>
            <a:pPr algn="ctr"/>
          </a:p>
        </p:txBody>
      </p:sp>
      <p:sp>
        <p:nvSpPr>
          <p:cNvPr id="67" name="!!canal_rw_C7"/>
          <p:cNvSpPr/>
          <p:nvPr/>
        </p:nvSpPr>
        <p:spPr>
          <a:xfrm>
            <a:off x="8870226" y="2313390"/>
            <a:ext cx="43180" cy="43180"/>
          </a:xfrm>
          <a:prstGeom prst="diamond">
            <a:avLst/>
          </a:prstGeom>
          <a:solidFill>
            <a:srgbClr val="5A5A5A"/>
          </a:solidFill>
          <a:ln>
            <a:noFill/>
          </a:ln>
        </p:spPr>
        <p:txBody>
          <a:bodyPr rtlCol="0" anchor="ctr"/>
          <a:lstStyle/>
          <a:p>
            <a:pPr algn="ctr"/>
          </a:p>
        </p:txBody>
      </p:sp>
      <p:sp>
        <p:nvSpPr>
          <p:cNvPr id="68" name="!!canal_rw_T1"/>
          <p:cNvSpPr/>
          <p:nvPr/>
        </p:nvSpPr>
        <p:spPr>
          <a:xfrm>
            <a:off x="9016874" y="2737325"/>
            <a:ext cx="43180" cy="43180"/>
          </a:xfrm>
          <a:prstGeom prst="diamond">
            <a:avLst/>
          </a:prstGeom>
          <a:solidFill>
            <a:srgbClr val="5A5A5A"/>
          </a:solidFill>
          <a:ln>
            <a:noFill/>
          </a:ln>
        </p:spPr>
        <p:txBody>
          <a:bodyPr rtlCol="0" anchor="ctr"/>
          <a:lstStyle/>
          <a:p>
            <a:pPr algn="ctr"/>
          </a:p>
        </p:txBody>
      </p:sp>
      <p:sp>
        <p:nvSpPr>
          <p:cNvPr id="69" name="!!canal_rw_T2"/>
          <p:cNvSpPr/>
          <p:nvPr/>
        </p:nvSpPr>
        <p:spPr>
          <a:xfrm>
            <a:off x="9163523" y="3098454"/>
            <a:ext cx="43180" cy="43180"/>
          </a:xfrm>
          <a:prstGeom prst="diamond">
            <a:avLst/>
          </a:prstGeom>
          <a:solidFill>
            <a:srgbClr val="5A5A5A"/>
          </a:solidFill>
          <a:ln>
            <a:noFill/>
          </a:ln>
        </p:spPr>
        <p:txBody>
          <a:bodyPr rtlCol="0" anchor="ctr"/>
          <a:lstStyle/>
          <a:p>
            <a:pPr algn="ctr"/>
          </a:p>
        </p:txBody>
      </p:sp>
      <p:sp>
        <p:nvSpPr>
          <p:cNvPr id="70" name="!!canal_rw_T3"/>
          <p:cNvSpPr/>
          <p:nvPr/>
        </p:nvSpPr>
        <p:spPr>
          <a:xfrm>
            <a:off x="9222182" y="3286869"/>
            <a:ext cx="43180" cy="43180"/>
          </a:xfrm>
          <a:prstGeom prst="diamond">
            <a:avLst/>
          </a:prstGeom>
          <a:solidFill>
            <a:srgbClr val="5A5A5A"/>
          </a:solidFill>
          <a:ln>
            <a:noFill/>
          </a:ln>
        </p:spPr>
        <p:txBody>
          <a:bodyPr rtlCol="0" anchor="ctr"/>
          <a:lstStyle/>
          <a:p>
            <a:pPr algn="ctr"/>
          </a:p>
        </p:txBody>
      </p:sp>
      <p:sp>
        <p:nvSpPr>
          <p:cNvPr id="71" name="!!canal_rw_T4"/>
          <p:cNvSpPr/>
          <p:nvPr/>
        </p:nvSpPr>
        <p:spPr>
          <a:xfrm>
            <a:off x="9280842" y="3490986"/>
            <a:ext cx="43180" cy="43180"/>
          </a:xfrm>
          <a:prstGeom prst="diamond">
            <a:avLst/>
          </a:prstGeom>
          <a:solidFill>
            <a:srgbClr val="5A5A5A"/>
          </a:solidFill>
          <a:ln>
            <a:noFill/>
          </a:ln>
        </p:spPr>
        <p:txBody>
          <a:bodyPr rtlCol="0" anchor="ctr"/>
          <a:lstStyle/>
          <a:p>
            <a:pPr algn="ctr"/>
          </a:p>
        </p:txBody>
      </p:sp>
      <p:sp>
        <p:nvSpPr>
          <p:cNvPr id="72" name="!!canal_rw_T5"/>
          <p:cNvSpPr/>
          <p:nvPr/>
        </p:nvSpPr>
        <p:spPr>
          <a:xfrm>
            <a:off x="9339501" y="3475285"/>
            <a:ext cx="43180" cy="43180"/>
          </a:xfrm>
          <a:prstGeom prst="diamond">
            <a:avLst/>
          </a:prstGeom>
          <a:solidFill>
            <a:srgbClr val="5A5A5A"/>
          </a:solidFill>
          <a:ln>
            <a:noFill/>
          </a:ln>
        </p:spPr>
        <p:txBody>
          <a:bodyPr rtlCol="0" anchor="ctr"/>
          <a:lstStyle/>
          <a:p>
            <a:pPr algn="ctr"/>
          </a:p>
        </p:txBody>
      </p:sp>
      <p:sp>
        <p:nvSpPr>
          <p:cNvPr id="73" name="!!canal_rw_T6"/>
          <p:cNvSpPr/>
          <p:nvPr/>
        </p:nvSpPr>
        <p:spPr>
          <a:xfrm>
            <a:off x="9398161" y="3443882"/>
            <a:ext cx="43180" cy="43180"/>
          </a:xfrm>
          <a:prstGeom prst="diamond">
            <a:avLst/>
          </a:prstGeom>
          <a:solidFill>
            <a:srgbClr val="5A5A5A"/>
          </a:solidFill>
          <a:ln>
            <a:noFill/>
          </a:ln>
        </p:spPr>
        <p:txBody>
          <a:bodyPr rtlCol="0" anchor="ctr"/>
          <a:lstStyle/>
          <a:p>
            <a:pPr algn="ctr"/>
          </a:p>
        </p:txBody>
      </p:sp>
      <p:sp>
        <p:nvSpPr>
          <p:cNvPr id="74" name="!!canal_rw_T7"/>
          <p:cNvSpPr/>
          <p:nvPr/>
        </p:nvSpPr>
        <p:spPr>
          <a:xfrm>
            <a:off x="9456820" y="3443882"/>
            <a:ext cx="43180" cy="43180"/>
          </a:xfrm>
          <a:prstGeom prst="diamond">
            <a:avLst/>
          </a:prstGeom>
          <a:solidFill>
            <a:srgbClr val="5A5A5A"/>
          </a:solidFill>
          <a:ln>
            <a:noFill/>
          </a:ln>
        </p:spPr>
        <p:txBody>
          <a:bodyPr rtlCol="0" anchor="ctr"/>
          <a:lstStyle/>
          <a:p>
            <a:pPr algn="ctr"/>
          </a:p>
        </p:txBody>
      </p:sp>
      <p:sp>
        <p:nvSpPr>
          <p:cNvPr id="75" name="!!canal_rw_T8"/>
          <p:cNvSpPr/>
          <p:nvPr/>
        </p:nvSpPr>
        <p:spPr>
          <a:xfrm>
            <a:off x="9515479" y="3381077"/>
            <a:ext cx="43180" cy="43180"/>
          </a:xfrm>
          <a:prstGeom prst="diamond">
            <a:avLst/>
          </a:prstGeom>
          <a:solidFill>
            <a:srgbClr val="5A5A5A"/>
          </a:solidFill>
          <a:ln>
            <a:noFill/>
          </a:ln>
        </p:spPr>
        <p:txBody>
          <a:bodyPr rtlCol="0" anchor="ctr"/>
          <a:lstStyle/>
          <a:p>
            <a:pPr algn="ctr"/>
          </a:p>
        </p:txBody>
      </p:sp>
      <p:sp>
        <p:nvSpPr>
          <p:cNvPr id="76" name="!!canal_rw_T9"/>
          <p:cNvSpPr/>
          <p:nvPr/>
        </p:nvSpPr>
        <p:spPr>
          <a:xfrm>
            <a:off x="9574139" y="3349675"/>
            <a:ext cx="43180" cy="43180"/>
          </a:xfrm>
          <a:prstGeom prst="diamond">
            <a:avLst/>
          </a:prstGeom>
          <a:solidFill>
            <a:srgbClr val="5A5A5A"/>
          </a:solidFill>
          <a:ln>
            <a:noFill/>
          </a:ln>
        </p:spPr>
        <p:txBody>
          <a:bodyPr rtlCol="0" anchor="ctr"/>
          <a:lstStyle/>
          <a:p>
            <a:pPr algn="ctr"/>
          </a:p>
        </p:txBody>
      </p:sp>
      <p:sp>
        <p:nvSpPr>
          <p:cNvPr id="77" name="!!canal_rw_T10"/>
          <p:cNvSpPr/>
          <p:nvPr/>
        </p:nvSpPr>
        <p:spPr>
          <a:xfrm>
            <a:off x="9632798" y="3302571"/>
            <a:ext cx="43180" cy="43180"/>
          </a:xfrm>
          <a:prstGeom prst="diamond">
            <a:avLst/>
          </a:prstGeom>
          <a:solidFill>
            <a:srgbClr val="5A5A5A"/>
          </a:solidFill>
          <a:ln>
            <a:noFill/>
          </a:ln>
        </p:spPr>
        <p:txBody>
          <a:bodyPr rtlCol="0" anchor="ctr"/>
          <a:lstStyle/>
          <a:p>
            <a:pPr algn="ctr"/>
          </a:p>
        </p:txBody>
      </p:sp>
      <p:sp>
        <p:nvSpPr>
          <p:cNvPr id="78" name="!!canal_rw_T11"/>
          <p:cNvSpPr/>
          <p:nvPr/>
        </p:nvSpPr>
        <p:spPr>
          <a:xfrm>
            <a:off x="9691458" y="3114155"/>
            <a:ext cx="43180" cy="43180"/>
          </a:xfrm>
          <a:prstGeom prst="diamond">
            <a:avLst/>
          </a:prstGeom>
          <a:solidFill>
            <a:srgbClr val="5A5A5A"/>
          </a:solidFill>
          <a:ln>
            <a:noFill/>
          </a:ln>
        </p:spPr>
        <p:txBody>
          <a:bodyPr rtlCol="0" anchor="ctr"/>
          <a:lstStyle/>
          <a:p>
            <a:pPr algn="ctr"/>
          </a:p>
        </p:txBody>
      </p:sp>
      <p:sp>
        <p:nvSpPr>
          <p:cNvPr id="79" name="!!canal_rw_T12"/>
          <p:cNvSpPr/>
          <p:nvPr/>
        </p:nvSpPr>
        <p:spPr>
          <a:xfrm>
            <a:off x="9750117" y="2674519"/>
            <a:ext cx="43180" cy="43180"/>
          </a:xfrm>
          <a:prstGeom prst="diamond">
            <a:avLst/>
          </a:prstGeom>
          <a:solidFill>
            <a:srgbClr val="5A5A5A"/>
          </a:solidFill>
          <a:ln>
            <a:noFill/>
          </a:ln>
        </p:spPr>
        <p:txBody>
          <a:bodyPr rtlCol="0" anchor="ctr"/>
          <a:lstStyle/>
          <a:p>
            <a:pPr algn="ctr"/>
          </a:p>
        </p:txBody>
      </p:sp>
      <p:sp>
        <p:nvSpPr>
          <p:cNvPr id="80" name="!!canal_rw_L1"/>
          <p:cNvSpPr/>
          <p:nvPr/>
        </p:nvSpPr>
        <p:spPr>
          <a:xfrm>
            <a:off x="10043414" y="2439000"/>
            <a:ext cx="43180" cy="43180"/>
          </a:xfrm>
          <a:prstGeom prst="diamond">
            <a:avLst/>
          </a:prstGeom>
          <a:solidFill>
            <a:srgbClr val="5A5A5A"/>
          </a:solidFill>
          <a:ln>
            <a:noFill/>
          </a:ln>
        </p:spPr>
        <p:txBody>
          <a:bodyPr rtlCol="0" anchor="ctr"/>
          <a:lstStyle/>
          <a:p>
            <a:pPr algn="ctr"/>
          </a:p>
        </p:txBody>
      </p:sp>
      <p:sp>
        <p:nvSpPr>
          <p:cNvPr id="81" name="!!canal_rw_L2"/>
          <p:cNvSpPr/>
          <p:nvPr/>
        </p:nvSpPr>
        <p:spPr>
          <a:xfrm>
            <a:off x="10336712" y="2423299"/>
            <a:ext cx="43180" cy="43180"/>
          </a:xfrm>
          <a:prstGeom prst="diamond">
            <a:avLst/>
          </a:prstGeom>
          <a:solidFill>
            <a:srgbClr val="5A5A5A"/>
          </a:solidFill>
          <a:ln>
            <a:noFill/>
          </a:ln>
        </p:spPr>
        <p:txBody>
          <a:bodyPr rtlCol="0" anchor="ctr"/>
          <a:lstStyle/>
          <a:p>
            <a:pPr algn="ctr"/>
          </a:p>
        </p:txBody>
      </p:sp>
      <p:sp>
        <p:nvSpPr>
          <p:cNvPr id="82" name="!!canal_rw_L3"/>
          <p:cNvSpPr/>
          <p:nvPr/>
        </p:nvSpPr>
        <p:spPr>
          <a:xfrm>
            <a:off x="10630009" y="2344792"/>
            <a:ext cx="43180" cy="43180"/>
          </a:xfrm>
          <a:prstGeom prst="diamond">
            <a:avLst/>
          </a:prstGeom>
          <a:solidFill>
            <a:srgbClr val="5A5A5A"/>
          </a:solidFill>
          <a:ln>
            <a:noFill/>
          </a:ln>
        </p:spPr>
        <p:txBody>
          <a:bodyPr rtlCol="0" anchor="ctr"/>
          <a:lstStyle/>
          <a:p>
            <a:pPr algn="ctr"/>
          </a:p>
        </p:txBody>
      </p:sp>
      <p:sp>
        <p:nvSpPr>
          <p:cNvPr id="83" name="!!canal_rw_L4"/>
          <p:cNvSpPr/>
          <p:nvPr/>
        </p:nvSpPr>
        <p:spPr>
          <a:xfrm>
            <a:off x="10923306" y="2172078"/>
            <a:ext cx="43180" cy="43180"/>
          </a:xfrm>
          <a:prstGeom prst="diamond">
            <a:avLst/>
          </a:prstGeom>
          <a:solidFill>
            <a:srgbClr val="5A5A5A"/>
          </a:solidFill>
          <a:ln>
            <a:noFill/>
          </a:ln>
        </p:spPr>
        <p:txBody>
          <a:bodyPr rtlCol="0" anchor="ctr"/>
          <a:lstStyle/>
          <a:p>
            <a:pPr algn="ctr"/>
          </a:p>
        </p:txBody>
      </p:sp>
      <p:sp>
        <p:nvSpPr>
          <p:cNvPr id="84" name="!!canal_rw_L5"/>
          <p:cNvSpPr/>
          <p:nvPr/>
        </p:nvSpPr>
        <p:spPr>
          <a:xfrm>
            <a:off x="11216603" y="1905157"/>
            <a:ext cx="43180" cy="43180"/>
          </a:xfrm>
          <a:prstGeom prst="diamond">
            <a:avLst/>
          </a:prstGeom>
          <a:solidFill>
            <a:srgbClr val="5A5A5A"/>
          </a:solidFill>
          <a:ln>
            <a:noFill/>
          </a:ln>
        </p:spPr>
        <p:txBody>
          <a:bodyPr rtlCol="0" anchor="ctr"/>
          <a:lstStyle/>
          <a:p>
            <a:pPr algn="ctr"/>
          </a:p>
        </p:txBody>
      </p:sp>
      <p:sp>
        <p:nvSpPr>
          <p:cNvPr id="85" name="!!canal_rd"/>
          <p:cNvSpPr/>
          <p:nvPr/>
        </p:nvSpPr>
        <p:spPr>
          <a:xfrm>
            <a:off x="7425330" y="2884525"/>
            <a:ext cx="3812863" cy="910674"/>
          </a:xfrm>
          <a:custGeom>
            <a:avLst/>
            <a:gdLst/>
            <a:ahLst/>
            <a:cxnLst/>
            <a:rect l="l" t="t" r="r" b="b"/>
            <a:pathLst>
              <a:path w="3812863" h="910674">
                <a:moveTo>
                  <a:pt x="0" y="0"/>
                </a:moveTo>
                <a:lnTo>
                  <a:pt x="293297" y="753661"/>
                </a:lnTo>
                <a:lnTo>
                  <a:pt x="586594" y="518142"/>
                </a:lnTo>
                <a:lnTo>
                  <a:pt x="879891" y="565246"/>
                </a:lnTo>
                <a:lnTo>
                  <a:pt x="1173188" y="455337"/>
                </a:lnTo>
                <a:lnTo>
                  <a:pt x="1466486" y="910674"/>
                </a:lnTo>
                <a:lnTo>
                  <a:pt x="1613134" y="722259"/>
                </a:lnTo>
                <a:lnTo>
                  <a:pt x="1759783" y="894973"/>
                </a:lnTo>
                <a:lnTo>
                  <a:pt x="1818442" y="800765"/>
                </a:lnTo>
                <a:lnTo>
                  <a:pt x="1877102" y="753661"/>
                </a:lnTo>
                <a:lnTo>
                  <a:pt x="1935761" y="737960"/>
                </a:lnTo>
                <a:lnTo>
                  <a:pt x="1994421" y="706557"/>
                </a:lnTo>
                <a:lnTo>
                  <a:pt x="2053080" y="769363"/>
                </a:lnTo>
                <a:lnTo>
                  <a:pt x="2111739" y="800765"/>
                </a:lnTo>
                <a:lnTo>
                  <a:pt x="2170399" y="832168"/>
                </a:lnTo>
                <a:lnTo>
                  <a:pt x="2229058" y="863570"/>
                </a:lnTo>
                <a:lnTo>
                  <a:pt x="2287718" y="785064"/>
                </a:lnTo>
                <a:lnTo>
                  <a:pt x="2346377" y="455337"/>
                </a:lnTo>
                <a:lnTo>
                  <a:pt x="2639674" y="314025"/>
                </a:lnTo>
                <a:lnTo>
                  <a:pt x="2932972" y="439636"/>
                </a:lnTo>
                <a:lnTo>
                  <a:pt x="3226269" y="549545"/>
                </a:lnTo>
                <a:lnTo>
                  <a:pt x="3519566" y="376831"/>
                </a:lnTo>
                <a:lnTo>
                  <a:pt x="3812863" y="204116"/>
                </a:lnTo>
              </a:path>
            </a:pathLst>
          </a:custGeom>
          <a:noFill/>
          <a:ln w="11430">
            <a:solidFill>
              <a:srgbClr val="5A5A5A"/>
            </a:solidFill>
            <a:prstDash val="sysDot"/>
            <a:round/>
          </a:ln>
        </p:spPr>
        <p:txBody>
          <a:bodyPr rtlCol="0" anchor="ctr"/>
          <a:lstStyle/>
          <a:p>
            <a:pPr algn="ctr"/>
          </a:p>
        </p:txBody>
      </p:sp>
      <p:sp>
        <p:nvSpPr>
          <p:cNvPr id="86" name="!!canal_rd_C2"/>
          <p:cNvSpPr/>
          <p:nvPr/>
        </p:nvSpPr>
        <p:spPr>
          <a:xfrm>
            <a:off x="7403740" y="2862935"/>
            <a:ext cx="43180" cy="43180"/>
          </a:xfrm>
          <a:prstGeom prst="diamond">
            <a:avLst/>
          </a:prstGeom>
          <a:solidFill>
            <a:srgbClr val="5A5A5A"/>
          </a:solidFill>
          <a:ln>
            <a:noFill/>
          </a:ln>
        </p:spPr>
        <p:txBody>
          <a:bodyPr rtlCol="0" anchor="ctr"/>
          <a:lstStyle/>
          <a:p>
            <a:pPr algn="ctr"/>
          </a:p>
        </p:txBody>
      </p:sp>
      <p:sp>
        <p:nvSpPr>
          <p:cNvPr id="87" name="!!canal_rd_C3"/>
          <p:cNvSpPr/>
          <p:nvPr/>
        </p:nvSpPr>
        <p:spPr>
          <a:xfrm>
            <a:off x="7697037" y="3616596"/>
            <a:ext cx="43180" cy="43180"/>
          </a:xfrm>
          <a:prstGeom prst="diamond">
            <a:avLst/>
          </a:prstGeom>
          <a:solidFill>
            <a:srgbClr val="5A5A5A"/>
          </a:solidFill>
          <a:ln>
            <a:noFill/>
          </a:ln>
        </p:spPr>
        <p:txBody>
          <a:bodyPr rtlCol="0" anchor="ctr"/>
          <a:lstStyle/>
          <a:p>
            <a:pPr algn="ctr"/>
          </a:p>
        </p:txBody>
      </p:sp>
      <p:sp>
        <p:nvSpPr>
          <p:cNvPr id="88" name="!!canal_rd_C4"/>
          <p:cNvSpPr/>
          <p:nvPr/>
        </p:nvSpPr>
        <p:spPr>
          <a:xfrm>
            <a:off x="7990334" y="3381077"/>
            <a:ext cx="43180" cy="43180"/>
          </a:xfrm>
          <a:prstGeom prst="diamond">
            <a:avLst/>
          </a:prstGeom>
          <a:solidFill>
            <a:srgbClr val="5A5A5A"/>
          </a:solidFill>
          <a:ln>
            <a:noFill/>
          </a:ln>
        </p:spPr>
        <p:txBody>
          <a:bodyPr rtlCol="0" anchor="ctr"/>
          <a:lstStyle/>
          <a:p>
            <a:pPr algn="ctr"/>
          </a:p>
        </p:txBody>
      </p:sp>
      <p:sp>
        <p:nvSpPr>
          <p:cNvPr id="89" name="!!canal_rd_C5"/>
          <p:cNvSpPr/>
          <p:nvPr/>
        </p:nvSpPr>
        <p:spPr>
          <a:xfrm>
            <a:off x="8283631" y="3428181"/>
            <a:ext cx="43180" cy="43180"/>
          </a:xfrm>
          <a:prstGeom prst="diamond">
            <a:avLst/>
          </a:prstGeom>
          <a:solidFill>
            <a:srgbClr val="5A5A5A"/>
          </a:solidFill>
          <a:ln>
            <a:noFill/>
          </a:ln>
        </p:spPr>
        <p:txBody>
          <a:bodyPr rtlCol="0" anchor="ctr"/>
          <a:lstStyle/>
          <a:p>
            <a:pPr algn="ctr"/>
          </a:p>
        </p:txBody>
      </p:sp>
      <p:sp>
        <p:nvSpPr>
          <p:cNvPr id="90" name="!!canal_rd_C6"/>
          <p:cNvSpPr/>
          <p:nvPr/>
        </p:nvSpPr>
        <p:spPr>
          <a:xfrm>
            <a:off x="8576928" y="3318272"/>
            <a:ext cx="43180" cy="43180"/>
          </a:xfrm>
          <a:prstGeom prst="diamond">
            <a:avLst/>
          </a:prstGeom>
          <a:solidFill>
            <a:srgbClr val="5A5A5A"/>
          </a:solidFill>
          <a:ln>
            <a:noFill/>
          </a:ln>
        </p:spPr>
        <p:txBody>
          <a:bodyPr rtlCol="0" anchor="ctr"/>
          <a:lstStyle/>
          <a:p>
            <a:pPr algn="ctr"/>
          </a:p>
        </p:txBody>
      </p:sp>
      <p:sp>
        <p:nvSpPr>
          <p:cNvPr id="91" name="!!canal_rd_C7"/>
          <p:cNvSpPr/>
          <p:nvPr/>
        </p:nvSpPr>
        <p:spPr>
          <a:xfrm>
            <a:off x="8870226" y="3773609"/>
            <a:ext cx="43180" cy="43180"/>
          </a:xfrm>
          <a:prstGeom prst="diamond">
            <a:avLst/>
          </a:prstGeom>
          <a:solidFill>
            <a:srgbClr val="5A5A5A"/>
          </a:solidFill>
          <a:ln>
            <a:noFill/>
          </a:ln>
        </p:spPr>
        <p:txBody>
          <a:bodyPr rtlCol="0" anchor="ctr"/>
          <a:lstStyle/>
          <a:p>
            <a:pPr algn="ctr"/>
          </a:p>
        </p:txBody>
      </p:sp>
      <p:sp>
        <p:nvSpPr>
          <p:cNvPr id="92" name="!!canal_rd_T1"/>
          <p:cNvSpPr/>
          <p:nvPr/>
        </p:nvSpPr>
        <p:spPr>
          <a:xfrm>
            <a:off x="9016874" y="3585194"/>
            <a:ext cx="43180" cy="43180"/>
          </a:xfrm>
          <a:prstGeom prst="diamond">
            <a:avLst/>
          </a:prstGeom>
          <a:solidFill>
            <a:srgbClr val="5A5A5A"/>
          </a:solidFill>
          <a:ln>
            <a:noFill/>
          </a:ln>
        </p:spPr>
        <p:txBody>
          <a:bodyPr rtlCol="0" anchor="ctr"/>
          <a:lstStyle/>
          <a:p>
            <a:pPr algn="ctr"/>
          </a:p>
        </p:txBody>
      </p:sp>
      <p:sp>
        <p:nvSpPr>
          <p:cNvPr id="93" name="!!canal_rd_T2"/>
          <p:cNvSpPr/>
          <p:nvPr/>
        </p:nvSpPr>
        <p:spPr>
          <a:xfrm>
            <a:off x="9163523" y="3757908"/>
            <a:ext cx="43180" cy="43180"/>
          </a:xfrm>
          <a:prstGeom prst="diamond">
            <a:avLst/>
          </a:prstGeom>
          <a:solidFill>
            <a:srgbClr val="5A5A5A"/>
          </a:solidFill>
          <a:ln>
            <a:noFill/>
          </a:ln>
        </p:spPr>
        <p:txBody>
          <a:bodyPr rtlCol="0" anchor="ctr"/>
          <a:lstStyle/>
          <a:p>
            <a:pPr algn="ctr"/>
          </a:p>
        </p:txBody>
      </p:sp>
      <p:sp>
        <p:nvSpPr>
          <p:cNvPr id="94" name="!!canal_rd_T3"/>
          <p:cNvSpPr/>
          <p:nvPr/>
        </p:nvSpPr>
        <p:spPr>
          <a:xfrm>
            <a:off x="9222182" y="3663700"/>
            <a:ext cx="43180" cy="43180"/>
          </a:xfrm>
          <a:prstGeom prst="diamond">
            <a:avLst/>
          </a:prstGeom>
          <a:solidFill>
            <a:srgbClr val="5A5A5A"/>
          </a:solidFill>
          <a:ln>
            <a:noFill/>
          </a:ln>
        </p:spPr>
        <p:txBody>
          <a:bodyPr rtlCol="0" anchor="ctr"/>
          <a:lstStyle/>
          <a:p>
            <a:pPr algn="ctr"/>
          </a:p>
        </p:txBody>
      </p:sp>
      <p:sp>
        <p:nvSpPr>
          <p:cNvPr id="95" name="!!canal_rd_T4"/>
          <p:cNvSpPr/>
          <p:nvPr/>
        </p:nvSpPr>
        <p:spPr>
          <a:xfrm>
            <a:off x="9280842" y="3616596"/>
            <a:ext cx="43180" cy="43180"/>
          </a:xfrm>
          <a:prstGeom prst="diamond">
            <a:avLst/>
          </a:prstGeom>
          <a:solidFill>
            <a:srgbClr val="5A5A5A"/>
          </a:solidFill>
          <a:ln>
            <a:noFill/>
          </a:ln>
        </p:spPr>
        <p:txBody>
          <a:bodyPr rtlCol="0" anchor="ctr"/>
          <a:lstStyle/>
          <a:p>
            <a:pPr algn="ctr"/>
          </a:p>
        </p:txBody>
      </p:sp>
      <p:sp>
        <p:nvSpPr>
          <p:cNvPr id="96" name="!!canal_rd_T5"/>
          <p:cNvSpPr/>
          <p:nvPr/>
        </p:nvSpPr>
        <p:spPr>
          <a:xfrm>
            <a:off x="9339501" y="3600895"/>
            <a:ext cx="43180" cy="43180"/>
          </a:xfrm>
          <a:prstGeom prst="diamond">
            <a:avLst/>
          </a:prstGeom>
          <a:solidFill>
            <a:srgbClr val="5A5A5A"/>
          </a:solidFill>
          <a:ln>
            <a:noFill/>
          </a:ln>
        </p:spPr>
        <p:txBody>
          <a:bodyPr rtlCol="0" anchor="ctr"/>
          <a:lstStyle/>
          <a:p>
            <a:pPr algn="ctr"/>
          </a:p>
        </p:txBody>
      </p:sp>
      <p:sp>
        <p:nvSpPr>
          <p:cNvPr id="97" name="!!canal_rd_T6"/>
          <p:cNvSpPr/>
          <p:nvPr/>
        </p:nvSpPr>
        <p:spPr>
          <a:xfrm>
            <a:off x="9398161" y="3569492"/>
            <a:ext cx="43180" cy="43180"/>
          </a:xfrm>
          <a:prstGeom prst="diamond">
            <a:avLst/>
          </a:prstGeom>
          <a:solidFill>
            <a:srgbClr val="5A5A5A"/>
          </a:solidFill>
          <a:ln>
            <a:noFill/>
          </a:ln>
        </p:spPr>
        <p:txBody>
          <a:bodyPr rtlCol="0" anchor="ctr"/>
          <a:lstStyle/>
          <a:p>
            <a:pPr algn="ctr"/>
          </a:p>
        </p:txBody>
      </p:sp>
      <p:sp>
        <p:nvSpPr>
          <p:cNvPr id="98" name="!!canal_rd_T7"/>
          <p:cNvSpPr/>
          <p:nvPr/>
        </p:nvSpPr>
        <p:spPr>
          <a:xfrm>
            <a:off x="9456820" y="3632298"/>
            <a:ext cx="43180" cy="43180"/>
          </a:xfrm>
          <a:prstGeom prst="diamond">
            <a:avLst/>
          </a:prstGeom>
          <a:solidFill>
            <a:srgbClr val="5A5A5A"/>
          </a:solidFill>
          <a:ln>
            <a:noFill/>
          </a:ln>
        </p:spPr>
        <p:txBody>
          <a:bodyPr rtlCol="0" anchor="ctr"/>
          <a:lstStyle/>
          <a:p>
            <a:pPr algn="ctr"/>
          </a:p>
        </p:txBody>
      </p:sp>
      <p:sp>
        <p:nvSpPr>
          <p:cNvPr id="99" name="!!canal_rd_T8"/>
          <p:cNvSpPr/>
          <p:nvPr/>
        </p:nvSpPr>
        <p:spPr>
          <a:xfrm>
            <a:off x="9515479" y="3663700"/>
            <a:ext cx="43180" cy="43180"/>
          </a:xfrm>
          <a:prstGeom prst="diamond">
            <a:avLst/>
          </a:prstGeom>
          <a:solidFill>
            <a:srgbClr val="5A5A5A"/>
          </a:solidFill>
          <a:ln>
            <a:noFill/>
          </a:ln>
        </p:spPr>
        <p:txBody>
          <a:bodyPr rtlCol="0" anchor="ctr"/>
          <a:lstStyle/>
          <a:p>
            <a:pPr algn="ctr"/>
          </a:p>
        </p:txBody>
      </p:sp>
      <p:sp>
        <p:nvSpPr>
          <p:cNvPr id="100" name="!!canal_rd_T9"/>
          <p:cNvSpPr/>
          <p:nvPr/>
        </p:nvSpPr>
        <p:spPr>
          <a:xfrm>
            <a:off x="9574139" y="3695103"/>
            <a:ext cx="43180" cy="43180"/>
          </a:xfrm>
          <a:prstGeom prst="diamond">
            <a:avLst/>
          </a:prstGeom>
          <a:solidFill>
            <a:srgbClr val="5A5A5A"/>
          </a:solidFill>
          <a:ln>
            <a:noFill/>
          </a:ln>
        </p:spPr>
        <p:txBody>
          <a:bodyPr rtlCol="0" anchor="ctr"/>
          <a:lstStyle/>
          <a:p>
            <a:pPr algn="ctr"/>
          </a:p>
        </p:txBody>
      </p:sp>
      <p:sp>
        <p:nvSpPr>
          <p:cNvPr id="101" name="!!canal_rd_T10"/>
          <p:cNvSpPr/>
          <p:nvPr/>
        </p:nvSpPr>
        <p:spPr>
          <a:xfrm>
            <a:off x="9632798" y="3726505"/>
            <a:ext cx="43180" cy="43180"/>
          </a:xfrm>
          <a:prstGeom prst="diamond">
            <a:avLst/>
          </a:prstGeom>
          <a:solidFill>
            <a:srgbClr val="5A5A5A"/>
          </a:solidFill>
          <a:ln>
            <a:noFill/>
          </a:ln>
        </p:spPr>
        <p:txBody>
          <a:bodyPr rtlCol="0" anchor="ctr"/>
          <a:lstStyle/>
          <a:p>
            <a:pPr algn="ctr"/>
          </a:p>
        </p:txBody>
      </p:sp>
      <p:sp>
        <p:nvSpPr>
          <p:cNvPr id="102" name="!!canal_rd_T11"/>
          <p:cNvSpPr/>
          <p:nvPr/>
        </p:nvSpPr>
        <p:spPr>
          <a:xfrm>
            <a:off x="9691458" y="3647999"/>
            <a:ext cx="43180" cy="43180"/>
          </a:xfrm>
          <a:prstGeom prst="diamond">
            <a:avLst/>
          </a:prstGeom>
          <a:solidFill>
            <a:srgbClr val="5A5A5A"/>
          </a:solidFill>
          <a:ln>
            <a:noFill/>
          </a:ln>
        </p:spPr>
        <p:txBody>
          <a:bodyPr rtlCol="0" anchor="ctr"/>
          <a:lstStyle/>
          <a:p>
            <a:pPr algn="ctr"/>
          </a:p>
        </p:txBody>
      </p:sp>
      <p:sp>
        <p:nvSpPr>
          <p:cNvPr id="103" name="!!canal_rd_T12"/>
          <p:cNvSpPr/>
          <p:nvPr/>
        </p:nvSpPr>
        <p:spPr>
          <a:xfrm>
            <a:off x="9750117" y="3318272"/>
            <a:ext cx="43180" cy="43180"/>
          </a:xfrm>
          <a:prstGeom prst="diamond">
            <a:avLst/>
          </a:prstGeom>
          <a:solidFill>
            <a:srgbClr val="5A5A5A"/>
          </a:solidFill>
          <a:ln>
            <a:noFill/>
          </a:ln>
        </p:spPr>
        <p:txBody>
          <a:bodyPr rtlCol="0" anchor="ctr"/>
          <a:lstStyle/>
          <a:p>
            <a:pPr algn="ctr"/>
          </a:p>
        </p:txBody>
      </p:sp>
      <p:sp>
        <p:nvSpPr>
          <p:cNvPr id="104" name="!!canal_rd_L1"/>
          <p:cNvSpPr/>
          <p:nvPr/>
        </p:nvSpPr>
        <p:spPr>
          <a:xfrm>
            <a:off x="10043414" y="3176960"/>
            <a:ext cx="43180" cy="43180"/>
          </a:xfrm>
          <a:prstGeom prst="diamond">
            <a:avLst/>
          </a:prstGeom>
          <a:solidFill>
            <a:srgbClr val="5A5A5A"/>
          </a:solidFill>
          <a:ln>
            <a:noFill/>
          </a:ln>
        </p:spPr>
        <p:txBody>
          <a:bodyPr rtlCol="0" anchor="ctr"/>
          <a:lstStyle/>
          <a:p>
            <a:pPr algn="ctr"/>
          </a:p>
        </p:txBody>
      </p:sp>
      <p:sp>
        <p:nvSpPr>
          <p:cNvPr id="105" name="!!canal_rd_L2"/>
          <p:cNvSpPr/>
          <p:nvPr/>
        </p:nvSpPr>
        <p:spPr>
          <a:xfrm>
            <a:off x="10336712" y="3302571"/>
            <a:ext cx="43180" cy="43180"/>
          </a:xfrm>
          <a:prstGeom prst="diamond">
            <a:avLst/>
          </a:prstGeom>
          <a:solidFill>
            <a:srgbClr val="5A5A5A"/>
          </a:solidFill>
          <a:ln>
            <a:noFill/>
          </a:ln>
        </p:spPr>
        <p:txBody>
          <a:bodyPr rtlCol="0" anchor="ctr"/>
          <a:lstStyle/>
          <a:p>
            <a:pPr algn="ctr"/>
          </a:p>
        </p:txBody>
      </p:sp>
      <p:sp>
        <p:nvSpPr>
          <p:cNvPr id="106" name="!!canal_rd_L3"/>
          <p:cNvSpPr/>
          <p:nvPr/>
        </p:nvSpPr>
        <p:spPr>
          <a:xfrm>
            <a:off x="10630009" y="3412480"/>
            <a:ext cx="43180" cy="43180"/>
          </a:xfrm>
          <a:prstGeom prst="diamond">
            <a:avLst/>
          </a:prstGeom>
          <a:solidFill>
            <a:srgbClr val="5A5A5A"/>
          </a:solidFill>
          <a:ln>
            <a:noFill/>
          </a:ln>
        </p:spPr>
        <p:txBody>
          <a:bodyPr rtlCol="0" anchor="ctr"/>
          <a:lstStyle/>
          <a:p>
            <a:pPr algn="ctr"/>
          </a:p>
        </p:txBody>
      </p:sp>
      <p:sp>
        <p:nvSpPr>
          <p:cNvPr id="107" name="!!canal_rd_L4"/>
          <p:cNvSpPr/>
          <p:nvPr/>
        </p:nvSpPr>
        <p:spPr>
          <a:xfrm>
            <a:off x="10923306" y="3239766"/>
            <a:ext cx="43180" cy="43180"/>
          </a:xfrm>
          <a:prstGeom prst="diamond">
            <a:avLst/>
          </a:prstGeom>
          <a:solidFill>
            <a:srgbClr val="5A5A5A"/>
          </a:solidFill>
          <a:ln>
            <a:noFill/>
          </a:ln>
        </p:spPr>
        <p:txBody>
          <a:bodyPr rtlCol="0" anchor="ctr"/>
          <a:lstStyle/>
          <a:p>
            <a:pPr algn="ctr"/>
          </a:p>
        </p:txBody>
      </p:sp>
      <p:sp>
        <p:nvSpPr>
          <p:cNvPr id="108" name="!!canal_rd_L5"/>
          <p:cNvSpPr/>
          <p:nvPr/>
        </p:nvSpPr>
        <p:spPr>
          <a:xfrm>
            <a:off x="11216603" y="3067051"/>
            <a:ext cx="43180" cy="43180"/>
          </a:xfrm>
          <a:prstGeom prst="diamond">
            <a:avLst/>
          </a:prstGeom>
          <a:solidFill>
            <a:srgbClr val="5A5A5A"/>
          </a:solidFill>
          <a:ln>
            <a:noFill/>
          </a:ln>
        </p:spPr>
        <p:txBody>
          <a:bodyPr rtlCol="0" anchor="ctr"/>
          <a:lstStyle/>
          <a:p>
            <a:pPr algn="ctr"/>
          </a:p>
        </p:txBody>
      </p:sp>
      <p:sp>
        <p:nvSpPr>
          <p:cNvPr id="109" name="!!canal_x_w_L6"/>
          <p:cNvSpPr/>
          <p:nvPr/>
        </p:nvSpPr>
        <p:spPr>
          <a:xfrm>
            <a:off x="11461612" y="1926264"/>
            <a:ext cx="63500" cy="63500"/>
          </a:xfrm>
          <a:prstGeom prst="ellipse">
            <a:avLst/>
          </a:prstGeom>
          <a:solidFill>
            <a:srgbClr val="FFFFFF"/>
          </a:solidFill>
          <a:ln w="12700">
            <a:solidFill>
              <a:srgbClr val="333333"/>
            </a:solidFill>
          </a:ln>
        </p:spPr>
        <p:txBody>
          <a:bodyPr rtlCol="0" anchor="ctr"/>
          <a:lstStyle/>
          <a:p>
            <a:pPr algn="ctr"/>
          </a:p>
        </p:txBody>
      </p:sp>
      <p:sp>
        <p:nvSpPr>
          <p:cNvPr id="110" name="!!canal_x_d_L6"/>
          <p:cNvSpPr/>
          <p:nvPr/>
        </p:nvSpPr>
        <p:spPr>
          <a:xfrm>
            <a:off x="11537869" y="3157326"/>
            <a:ext cx="63500" cy="63500"/>
          </a:xfrm>
          <a:prstGeom prst="ellipse">
            <a:avLst/>
          </a:prstGeom>
          <a:solidFill>
            <a:srgbClr val="FFFFFF"/>
          </a:solidFill>
          <a:ln w="12700">
            <a:solidFill>
              <a:srgbClr val="333333"/>
            </a:solidFill>
          </a:ln>
        </p:spPr>
        <p:txBody>
          <a:bodyPr rtlCol="0" anchor="ctr"/>
          <a:lstStyle/>
          <a:p>
            <a:pPr algn="ctr"/>
          </a:p>
        </p:txBody>
      </p:sp>
      <p:sp>
        <p:nvSpPr>
          <p:cNvPr id="111" name="!!canal_w_m"/>
          <p:cNvSpPr/>
          <p:nvPr/>
        </p:nvSpPr>
        <p:spPr>
          <a:xfrm>
            <a:off x="7425330" y="2043474"/>
            <a:ext cx="3812863" cy="1585747"/>
          </a:xfrm>
          <a:custGeom>
            <a:avLst/>
            <a:gdLst/>
            <a:ahLst/>
            <a:cxnLst/>
            <a:rect l="l" t="t" r="r" b="b"/>
            <a:pathLst>
              <a:path w="3812863" h="1585747">
                <a:moveTo>
                  <a:pt x="0" y="338545"/>
                </a:moveTo>
                <a:lnTo>
                  <a:pt x="293297" y="447606"/>
                </a:lnTo>
                <a:lnTo>
                  <a:pt x="586594" y="338661"/>
                </a:lnTo>
                <a:lnTo>
                  <a:pt x="879891" y="242707"/>
                </a:lnTo>
                <a:lnTo>
                  <a:pt x="1173188" y="277424"/>
                </a:lnTo>
                <a:lnTo>
                  <a:pt x="1466486" y="382621"/>
                </a:lnTo>
                <a:lnTo>
                  <a:pt x="1613134" y="706823"/>
                </a:lnTo>
                <a:lnTo>
                  <a:pt x="1759783" y="1110427"/>
                </a:lnTo>
                <a:lnTo>
                  <a:pt x="1818442" y="1384639"/>
                </a:lnTo>
                <a:lnTo>
                  <a:pt x="1877102" y="1504771"/>
                </a:lnTo>
                <a:lnTo>
                  <a:pt x="1935761" y="1575929"/>
                </a:lnTo>
                <a:lnTo>
                  <a:pt x="1994421" y="1585747"/>
                </a:lnTo>
                <a:lnTo>
                  <a:pt x="2053080" y="1575244"/>
                </a:lnTo>
                <a:lnTo>
                  <a:pt x="2111739" y="1518665"/>
                </a:lnTo>
                <a:lnTo>
                  <a:pt x="2170399" y="1413859"/>
                </a:lnTo>
                <a:lnTo>
                  <a:pt x="2229058" y="1350671"/>
                </a:lnTo>
                <a:lnTo>
                  <a:pt x="2287718" y="1041831"/>
                </a:lnTo>
                <a:lnTo>
                  <a:pt x="2346377" y="344544"/>
                </a:lnTo>
                <a:lnTo>
                  <a:pt x="2639674" y="222645"/>
                </a:lnTo>
                <a:lnTo>
                  <a:pt x="2932972" y="246156"/>
                </a:lnTo>
                <a:lnTo>
                  <a:pt x="3226269" y="240234"/>
                </a:lnTo>
                <a:lnTo>
                  <a:pt x="3519566" y="31731"/>
                </a:lnTo>
                <a:lnTo>
                  <a:pt x="3812863" y="0"/>
                </a:lnTo>
              </a:path>
            </a:pathLst>
          </a:custGeom>
          <a:noFill/>
          <a:ln w="22860">
            <a:solidFill>
              <a:srgbClr val="7A3E9D"/>
            </a:solidFill>
            <a:round/>
          </a:ln>
        </p:spPr>
        <p:txBody>
          <a:bodyPr rtlCol="0" anchor="ctr"/>
          <a:lstStyle/>
          <a:p>
            <a:pPr algn="ctr"/>
          </a:p>
        </p:txBody>
      </p:sp>
      <p:sp>
        <p:nvSpPr>
          <p:cNvPr id="112" name="!!canal_w_f"/>
          <p:cNvSpPr/>
          <p:nvPr/>
        </p:nvSpPr>
        <p:spPr>
          <a:xfrm>
            <a:off x="7425330" y="2043474"/>
            <a:ext cx="3812863" cy="1585747"/>
          </a:xfrm>
          <a:custGeom>
            <a:avLst/>
            <a:gdLst/>
            <a:ahLst/>
            <a:cxnLst/>
            <a:rect l="l" t="t" r="r" b="b"/>
            <a:pathLst>
              <a:path w="3812863" h="1585747">
                <a:moveTo>
                  <a:pt x="0" y="338545"/>
                </a:moveTo>
                <a:lnTo>
                  <a:pt x="293297" y="447606"/>
                </a:lnTo>
                <a:lnTo>
                  <a:pt x="586594" y="338661"/>
                </a:lnTo>
                <a:lnTo>
                  <a:pt x="879891" y="242707"/>
                </a:lnTo>
                <a:lnTo>
                  <a:pt x="1173188" y="277424"/>
                </a:lnTo>
                <a:lnTo>
                  <a:pt x="1466486" y="382621"/>
                </a:lnTo>
                <a:lnTo>
                  <a:pt x="1613134" y="706823"/>
                </a:lnTo>
                <a:lnTo>
                  <a:pt x="1759783" y="1110427"/>
                </a:lnTo>
                <a:lnTo>
                  <a:pt x="1818442" y="1384639"/>
                </a:lnTo>
                <a:lnTo>
                  <a:pt x="1877102" y="1504771"/>
                </a:lnTo>
                <a:lnTo>
                  <a:pt x="1935761" y="1575929"/>
                </a:lnTo>
                <a:lnTo>
                  <a:pt x="1994421" y="1585747"/>
                </a:lnTo>
                <a:lnTo>
                  <a:pt x="2053080" y="1575244"/>
                </a:lnTo>
                <a:lnTo>
                  <a:pt x="2111739" y="1518665"/>
                </a:lnTo>
                <a:lnTo>
                  <a:pt x="2170399" y="1413859"/>
                </a:lnTo>
                <a:lnTo>
                  <a:pt x="2229058" y="1350671"/>
                </a:lnTo>
                <a:lnTo>
                  <a:pt x="2287718" y="1041831"/>
                </a:lnTo>
                <a:lnTo>
                  <a:pt x="2346377" y="344544"/>
                </a:lnTo>
                <a:lnTo>
                  <a:pt x="2639674" y="222645"/>
                </a:lnTo>
                <a:lnTo>
                  <a:pt x="2932972" y="246156"/>
                </a:lnTo>
                <a:lnTo>
                  <a:pt x="3226269" y="240234"/>
                </a:lnTo>
                <a:lnTo>
                  <a:pt x="3519566" y="31731"/>
                </a:lnTo>
                <a:lnTo>
                  <a:pt x="3812863" y="0"/>
                </a:lnTo>
              </a:path>
            </a:pathLst>
          </a:custGeom>
          <a:noFill/>
          <a:ln w="22860">
            <a:solidFill>
              <a:srgbClr val="7A3E9D"/>
            </a:solidFill>
            <a:round/>
          </a:ln>
        </p:spPr>
        <p:txBody>
          <a:bodyPr rtlCol="0" anchor="ctr"/>
          <a:lstStyle/>
          <a:p>
            <a:pPr algn="ctr"/>
          </a:p>
        </p:txBody>
      </p:sp>
      <p:sp>
        <p:nvSpPr>
          <p:cNvPr id="113" name="!!canal_d_m"/>
          <p:cNvSpPr/>
          <p:nvPr/>
        </p:nvSpPr>
        <p:spPr>
          <a:xfrm>
            <a:off x="7425330" y="3073652"/>
            <a:ext cx="3812863" cy="916501"/>
          </a:xfrm>
          <a:custGeom>
            <a:avLst/>
            <a:gdLst/>
            <a:ahLst/>
            <a:cxnLst/>
            <a:rect l="l" t="t" r="r" b="b"/>
            <a:pathLst>
              <a:path w="3812863" h="916501">
                <a:moveTo>
                  <a:pt x="0" y="417853"/>
                </a:moveTo>
                <a:lnTo>
                  <a:pt x="293297" y="817796"/>
                </a:lnTo>
                <a:lnTo>
                  <a:pt x="586594" y="916501"/>
                </a:lnTo>
                <a:lnTo>
                  <a:pt x="879891" y="863912"/>
                </a:lnTo>
                <a:lnTo>
                  <a:pt x="1173188" y="845954"/>
                </a:lnTo>
                <a:lnTo>
                  <a:pt x="1466486" y="671361"/>
                </a:lnTo>
                <a:lnTo>
                  <a:pt x="1613134" y="328224"/>
                </a:lnTo>
                <a:lnTo>
                  <a:pt x="1759783" y="465541"/>
                </a:lnTo>
                <a:lnTo>
                  <a:pt x="1818442" y="509481"/>
                </a:lnTo>
                <a:lnTo>
                  <a:pt x="1877102" y="525875"/>
                </a:lnTo>
                <a:lnTo>
                  <a:pt x="1935761" y="515063"/>
                </a:lnTo>
                <a:lnTo>
                  <a:pt x="1994421" y="604364"/>
                </a:lnTo>
                <a:lnTo>
                  <a:pt x="2053080" y="648141"/>
                </a:lnTo>
                <a:lnTo>
                  <a:pt x="2111739" y="681676"/>
                </a:lnTo>
                <a:lnTo>
                  <a:pt x="2170399" y="636522"/>
                </a:lnTo>
                <a:lnTo>
                  <a:pt x="2229058" y="467763"/>
                </a:lnTo>
                <a:lnTo>
                  <a:pt x="2287718" y="240326"/>
                </a:lnTo>
                <a:lnTo>
                  <a:pt x="2346377" y="0"/>
                </a:lnTo>
                <a:lnTo>
                  <a:pt x="2639674" y="220635"/>
                </a:lnTo>
                <a:lnTo>
                  <a:pt x="2932972" y="215766"/>
                </a:lnTo>
                <a:lnTo>
                  <a:pt x="3226269" y="263952"/>
                </a:lnTo>
                <a:lnTo>
                  <a:pt x="3519566" y="187933"/>
                </a:lnTo>
                <a:lnTo>
                  <a:pt x="3812863" y="53388"/>
                </a:lnTo>
              </a:path>
            </a:pathLst>
          </a:custGeom>
          <a:noFill/>
          <a:ln w="22860">
            <a:solidFill>
              <a:srgbClr val="7A3E9D"/>
            </a:solidFill>
            <a:prstDash val="dash"/>
            <a:round/>
          </a:ln>
        </p:spPr>
        <p:txBody>
          <a:bodyPr rtlCol="0" anchor="ctr"/>
          <a:lstStyle/>
          <a:p>
            <a:pPr algn="ctr"/>
          </a:p>
        </p:txBody>
      </p:sp>
      <p:sp>
        <p:nvSpPr>
          <p:cNvPr id="114" name="!!canal_d_f"/>
          <p:cNvSpPr/>
          <p:nvPr/>
        </p:nvSpPr>
        <p:spPr>
          <a:xfrm>
            <a:off x="7425330" y="3073652"/>
            <a:ext cx="3812863" cy="916501"/>
          </a:xfrm>
          <a:custGeom>
            <a:avLst/>
            <a:gdLst/>
            <a:ahLst/>
            <a:cxnLst/>
            <a:rect l="l" t="t" r="r" b="b"/>
            <a:pathLst>
              <a:path w="3812863" h="916501">
                <a:moveTo>
                  <a:pt x="0" y="417853"/>
                </a:moveTo>
                <a:lnTo>
                  <a:pt x="293297" y="817796"/>
                </a:lnTo>
                <a:lnTo>
                  <a:pt x="586594" y="916501"/>
                </a:lnTo>
                <a:lnTo>
                  <a:pt x="879891" y="863912"/>
                </a:lnTo>
                <a:lnTo>
                  <a:pt x="1173188" y="845954"/>
                </a:lnTo>
                <a:lnTo>
                  <a:pt x="1466486" y="671361"/>
                </a:lnTo>
                <a:lnTo>
                  <a:pt x="1613134" y="328224"/>
                </a:lnTo>
                <a:lnTo>
                  <a:pt x="1759783" y="465541"/>
                </a:lnTo>
                <a:lnTo>
                  <a:pt x="1818442" y="509481"/>
                </a:lnTo>
                <a:lnTo>
                  <a:pt x="1877102" y="525875"/>
                </a:lnTo>
                <a:lnTo>
                  <a:pt x="1935761" y="515063"/>
                </a:lnTo>
                <a:lnTo>
                  <a:pt x="1994421" y="604364"/>
                </a:lnTo>
                <a:lnTo>
                  <a:pt x="2053080" y="648141"/>
                </a:lnTo>
                <a:lnTo>
                  <a:pt x="2111739" y="681676"/>
                </a:lnTo>
                <a:lnTo>
                  <a:pt x="2170399" y="636522"/>
                </a:lnTo>
                <a:lnTo>
                  <a:pt x="2229058" y="467763"/>
                </a:lnTo>
                <a:lnTo>
                  <a:pt x="2287718" y="240326"/>
                </a:lnTo>
                <a:lnTo>
                  <a:pt x="2346377" y="0"/>
                </a:lnTo>
                <a:lnTo>
                  <a:pt x="2639674" y="220635"/>
                </a:lnTo>
                <a:lnTo>
                  <a:pt x="2932972" y="215766"/>
                </a:lnTo>
                <a:lnTo>
                  <a:pt x="3226269" y="263952"/>
                </a:lnTo>
                <a:lnTo>
                  <a:pt x="3519566" y="187933"/>
                </a:lnTo>
                <a:lnTo>
                  <a:pt x="3812863" y="53388"/>
                </a:lnTo>
              </a:path>
            </a:pathLst>
          </a:custGeom>
          <a:noFill/>
          <a:ln w="22860">
            <a:solidFill>
              <a:srgbClr val="7A3E9D"/>
            </a:solidFill>
            <a:prstDash val="dash"/>
            <a:round/>
          </a:ln>
        </p:spPr>
        <p:txBody>
          <a:bodyPr rtlCol="0" anchor="ctr"/>
          <a:lstStyle/>
          <a:p>
            <a:pPr algn="ctr"/>
          </a:p>
        </p:txBody>
      </p:sp>
      <p:pic>
        <p:nvPicPr>
          <p:cNvPr id="115" name="!!body_phantom" descr="Benzel's vertebra drawing, laid over the lines so none hides it."/>
          <p:cNvPicPr>
            <a:picLocks noChangeAspect="1"/>
          </p:cNvPicPr>
          <p:nvPr/>
        </p:nvPicPr>
        <p:blipFill>
          <a:blip r:embed="rId6"/>
          <a:stretch>
            <a:fillRect/>
          </a:stretch>
        </p:blipFill>
        <p:spPr>
          <a:xfrm>
            <a:off x="3447555" y="1700244"/>
            <a:ext cx="900177" cy="934146"/>
          </a:xfrm>
          <a:prstGeom prst="rect">
            <a:avLst/>
          </a:prstGeom>
        </p:spPr>
      </p:pic>
      <p:pic>
        <p:nvPicPr>
          <p:cNvPr id="116" name="!!canal_phantom" descr="Benzel's vertebra drawing, laid over the lines so none hides it."/>
          <p:cNvPicPr>
            <a:picLocks noChangeAspect="1"/>
          </p:cNvPicPr>
          <p:nvPr/>
        </p:nvPicPr>
        <p:blipFill>
          <a:blip r:embed="rId7"/>
          <a:stretch>
            <a:fillRect/>
          </a:stretch>
        </p:blipFill>
        <p:spPr>
          <a:xfrm>
            <a:off x="8967612" y="1659910"/>
            <a:ext cx="891096" cy="80541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canal, T11 to L5, level by level</a:t>
            </a:r>
          </a:p>
        </p:txBody>
      </p:sp>
      <p:pic>
        <p:nvPicPr>
          <p:cNvPr id="3" name="Picture 2" descr="Canal width and depth by level from T11 to L5, each with its spread, over Panjabi's cadaveric means and interval."/>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Median, interquartile range, 5th–95th percentile, n = 663–784 per level. Depth is the midsagittal chord at the pedicle.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Panjabi MM, et al. Spine 1991;16(8):888–901 and Spine 1992;17(3):299–306.   Dataset article: arXiv 2609.22760, Fig. 3.   CTSpinoPelvic1K, doi.org/10.5281/zenodo.22139642.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Spinopelvic angles match published supine CT</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756 of 802 CTs passing the geometric gates; mean ± SD in each panel. Veilleux n = 200, Hasegawa n = 24, supine CT.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Veilleux NJ, et al. J Bone Joint Surg Am 2020;102:e130.   Hasegawa K, et al. BMC Musculoskelet Disord 2018;19:437.   Vialle R, et al. J Bone Joint Surg Am 2005;87:260.   Dataset article: arXiv 2609.22760, Table III and Fig. S2.</a:t>
            </a:r>
          </a:p>
        </p:txBody>
      </p:sp>
      <p:pic>
        <p:nvPicPr>
          <p:cNvPr id="6" name="Picture 5" descr="Histograms of pelvic incidence, sacral slope and pelvic tilt over the gold tier CTs, with the published supine CT and standing film means."/>
          <p:cNvPicPr>
            <a:picLocks noChangeAspect="1"/>
          </p:cNvPicPr>
          <p:nvPr/>
        </p:nvPicPr>
        <p:blipFill>
          <a:blip r:embed="rId4"/>
          <a:stretch>
            <a:fillRect/>
          </a:stretch>
        </p:blipFill>
        <p:spPr>
          <a:xfrm>
            <a:off x="1750000" y="1420000"/>
            <a:ext cx="10150000" cy="382978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Masked CT in, vertebrae out</a:t>
            </a:r>
          </a:p>
        </p:txBody>
      </p:sp>
      <p:pic>
        <p:nvPicPr>
          <p:cNvPr id="3" name="Picture 2" descr="Left, a sagittal CT with coloured bone masks. Then the vertebrae of the same spine outlined; six vertebrae with their level names; and a map of vertebrae coloured by level, with the sixth lumbar marked."/>
          <p:cNvPicPr>
            <a:picLocks noChangeAspect="1"/>
          </p:cNvPicPr>
          <p:nvPr/>
        </p:nvPicPr>
        <p:blipFill>
          <a:blip r:embed="rId2"/>
          <a:stretch>
            <a:fillRect/>
          </a:stretch>
        </p:blipFill>
        <p:spPr>
          <a:xfrm>
            <a:off x="1750000" y="1420000"/>
            <a:ext cx="10150000" cy="3725050"/>
          </a:xfrm>
          <a:prstGeom prst="rect">
            <a:avLst/>
          </a:prstGeom>
        </p:spPr>
      </p:pic>
      <p:sp>
        <p:nvSpPr>
          <p:cNvPr id="4" name="TextBox 3"/>
          <p:cNvSpPr txBox="1"/>
          <p:nvPr/>
        </p:nvSpPr>
        <p:spPr>
          <a:xfrm>
            <a:off x="1750000" y="5195050"/>
            <a:ext cx="10150000" cy="454950"/>
          </a:xfrm>
          <a:prstGeom prst="rect">
            <a:avLst/>
          </a:prstGeom>
          <a:noFill/>
        </p:spPr>
        <p:txBody>
          <a:bodyPr wrap="square" lIns="0" rIns="0" tIns="0" bIns="0">
            <a:spAutoFit/>
          </a:bodyPr>
          <a:lstStyle/>
          <a:p>
            <a:pPr>
              <a:spcBef>
                <a:spcPts val="0"/>
              </a:spcBef>
              <a:spcAft>
                <a:spcPts val="0"/>
              </a:spcAft>
            </a:pPr>
            <a:r>
              <a:rPr sz="1400" b="0">
                <a:solidFill>
                  <a:srgbClr val="7A7A7A"/>
                </a:solidFill>
              </a:rPr>
              <a:t>Masked CT in; vertebrae detected, predicted and classified out. Map colour is true level. Work in progress; not a cleared device.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CT and labels: CTSpinoPelvic1K, doi.org/10.5281/zenodo.22139642.   VerSe: Sekuboyina A, et al. Med Image Anal 2021;73:102166. Public, de-identified data. Unpublished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end. Thank you</a:t>
            </a:r>
          </a:p>
        </p:txBody>
      </p:sp>
      <p:sp>
        <p:nvSpPr>
          <p:cNvPr id="3" name="TextBox 2"/>
          <p:cNvSpPr txBox="1"/>
          <p:nvPr/>
        </p:nvSpPr>
        <p:spPr>
          <a:xfrm>
            <a:off x="1750000" y="1420000"/>
            <a:ext cx="6300000" cy="4230000"/>
          </a:xfrm>
          <a:prstGeom prst="rect">
            <a:avLst/>
          </a:prstGeom>
          <a:noFill/>
        </p:spPr>
        <p:txBody>
          <a:bodyPr wrap="square" lIns="0" rIns="0" tIns="0" bIns="0">
            <a:spAutoFit/>
          </a:bodyPr>
          <a:lstStyle/>
          <a:p>
            <a:pPr>
              <a:spcBef>
                <a:spcPts val="0"/>
              </a:spcBef>
              <a:spcAft>
                <a:spcPts val="700"/>
              </a:spcAft>
            </a:pPr>
            <a:r>
              <a:rPr sz="1600" b="0">
                <a:solidFill>
                  <a:srgbClr val="191D63"/>
                </a:solidFill>
              </a:rPr>
              <a:t>With thanks to Patrick Schwing (LSU Health Sciences Center New Orleans); Miraziz Ismoilov and Nizar Alnabahneh (Radiology) and Loren Schwiebert (Computer Science), Wayne State University; and the annotators Ashley Schehr, Annika Tekumulla, Margret Khoushi, Ryan Christian, Dane Hubers, Faris Mahjoub, Hassan Saad, Mia Sooch, Sathyagopal Siddapureddy, Michael McLellan and Jerick Kim</a:t>
            </a:r>
          </a:p>
          <a:p>
            <a:pPr>
              <a:spcBef>
                <a:spcPts val="0"/>
              </a:spcBef>
              <a:spcAft>
                <a:spcPts val="700"/>
              </a:spcAft>
            </a:pPr>
            <a:r>
              <a:rPr sz="1600" b="0">
                <a:solidFill>
                  <a:srgbClr val="191D63"/>
                </a:solidFill>
              </a:rPr>
              <a:t>Data: CTSpinoPelvic1K (doi.org/10.5281/zenodo.22139642), built on CTSpine1K, CTPelvic1K and The Cancer Imaging Archive; all de-identified</a:t>
            </a:r>
          </a:p>
          <a:p>
            <a:pPr>
              <a:spcBef>
                <a:spcPts val="0"/>
              </a:spcBef>
              <a:spcAft>
                <a:spcPts val="700"/>
              </a:spcAft>
            </a:pPr>
            <a:r>
              <a:rPr sz="1600" b="0">
                <a:solidFill>
                  <a:srgbClr val="191D63"/>
                </a:solidFill>
              </a:rPr>
              <a:t>Paper: Not All Spines Are Created Equal, NeurIPS 2026, Evaluations and Datasets track (accepted)</a:t>
            </a:r>
          </a:p>
          <a:p>
            <a:pPr>
              <a:spcBef>
                <a:spcPts val="0"/>
              </a:spcBef>
              <a:spcAft>
                <a:spcPts val="700"/>
              </a:spcAft>
            </a:pPr>
            <a:r>
              <a:rPr sz="1600" b="0">
                <a:solidFill>
                  <a:srgbClr val="191D63"/>
                </a:solidFill>
              </a:rPr>
              <a:t>Funding: NIH NIGMS F30GM147909. No commercial support.</a:t>
            </a:r>
          </a:p>
          <a:p>
            <a:pPr>
              <a:spcBef>
                <a:spcPts val="0"/>
              </a:spcBef>
              <a:spcAft>
                <a:spcPts val="700"/>
              </a:spcAft>
            </a:pPr>
            <a:r>
              <a:rPr sz="1600" b="0">
                <a:solidFill>
                  <a:srgbClr val="191D63"/>
                </a:solidFill>
              </a:rPr>
              <a:t>Evidence status: retrospective, public de-identified data; small transitional strata; not a cleared device.</a:t>
            </a:r>
          </a:p>
        </p:txBody>
      </p:sp>
      <p:pic>
        <p:nvPicPr>
          <p:cNvPr id="4" name="Picture 3" descr="Open Spine Consortium logo.">
            <a:hlinkClick r:id="rId6"/>
          </p:cNvPr>
          <p:cNvPicPr>
            <a:picLocks noChangeAspect="1"/>
          </p:cNvPicPr>
          <p:nvPr/>
        </p:nvPicPr>
        <p:blipFill>
          <a:blip r:embed="rId2"/>
          <a:stretch>
            <a:fillRect/>
          </a:stretch>
        </p:blipFill>
        <p:spPr>
          <a:xfrm>
            <a:off x="8300000" y="1480000"/>
            <a:ext cx="3600000" cy="1014545"/>
          </a:xfrm>
          <a:prstGeom prst="rect">
            <a:avLst/>
          </a:prstGeom>
        </p:spPr>
      </p:pic>
      <p:sp>
        <p:nvSpPr>
          <p:cNvPr id="5" name="TextBox 4"/>
          <p:cNvSpPr txBox="1"/>
          <p:nvPr/>
        </p:nvSpPr>
        <p:spPr>
          <a:xfrm>
            <a:off x="8300000" y="2634545"/>
            <a:ext cx="3600000" cy="800000"/>
          </a:xfrm>
          <a:prstGeom prst="rect">
            <a:avLst/>
          </a:prstGeom>
          <a:noFill/>
        </p:spPr>
        <p:txBody>
          <a:bodyPr wrap="square" lIns="0" rIns="0" tIns="0" bIns="0">
            <a:spAutoFit/>
          </a:bodyPr>
          <a:lstStyle/>
          <a:p>
            <a:pPr algn="ctr">
              <a:spcBef>
                <a:spcPts val="0"/>
              </a:spcBef>
              <a:spcAft>
                <a:spcPts val="300"/>
              </a:spcAft>
            </a:pPr>
            <a:r>
              <a:rPr sz="1100" b="0">
                <a:solidFill>
                  <a:srgbClr val="191D63"/>
                </a:solidFill>
                <a:hlinkClick r:id="rId6"/>
              </a:rPr>
              <a:t>openspineconsortium.com</a:t>
            </a:r>
          </a:p>
          <a:p>
            <a:pPr algn="ctr">
              <a:spcBef>
                <a:spcPts val="0"/>
              </a:spcBef>
              <a:spcAft>
                <a:spcPts val="300"/>
              </a:spcAft>
            </a:pPr>
            <a:r>
              <a:rPr sz="1100" b="0">
                <a:solidFill>
                  <a:srgbClr val="191D63"/>
                </a:solidFill>
              </a:rPr>
              <a:t>Weights and code:</a:t>
            </a:r>
          </a:p>
          <a:p>
            <a:pPr algn="ctr">
              <a:spcBef>
                <a:spcPts val="0"/>
              </a:spcBef>
              <a:spcAft>
                <a:spcPts val="300"/>
              </a:spcAft>
            </a:pPr>
            <a:r>
              <a:rPr sz="1100" b="0">
                <a:solidFill>
                  <a:srgbClr val="191D63"/>
                </a:solidFill>
                <a:hlinkClick r:id="rId3"/>
              </a:rPr>
              <a:t>github.com/OpenSpineConsortium/spinopelvic-seg</a:t>
            </a:r>
          </a:p>
          <a:p>
            <a:pPr algn="ctr">
              <a:spcBef>
                <a:spcPts val="0"/>
              </a:spcBef>
              <a:spcAft>
                <a:spcPts val="300"/>
              </a:spcAft>
            </a:pPr>
            <a:r>
              <a:rPr sz="1100" b="0">
                <a:solidFill>
                  <a:srgbClr val="191D63"/>
                </a:solidFill>
                <a:hlinkClick r:id="rId4"/>
              </a:rPr>
              <a:t>huggingface.co/OpenSpineConsortium</a:t>
            </a:r>
          </a:p>
        </p:txBody>
      </p:sp>
      <p:sp>
        <p:nvSpPr>
          <p:cNvPr id="6" name="Rounded Rectangle 5"/>
          <p:cNvSpPr/>
          <p:nvPr/>
        </p:nvSpPr>
        <p:spPr>
          <a:xfrm>
            <a:off x="8300000" y="3584545"/>
            <a:ext cx="3600000" cy="100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Questions</a:t>
            </a:r>
          </a:p>
          <a:p>
            <a:pPr algn="ctr"/>
            <a:r>
              <a:rPr sz="1400" b="0">
                <a:solidFill>
                  <a:srgbClr val="FFFFFF"/>
                </a:solidFill>
              </a:rPr>
              <a:t>gregory.schwing@med.wayne.edu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Benzel's plots, redrawn from our whole-spine CTs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Blue: our men, matched by age to Panjabi's 8 men. Red: our women, matched to his 4 women.</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 1, Figs 1.1 and 1.9, digitised.   Panjabi MM, et al. Spine 1991;16:861-869 and 888-901; Spine 1992;17:299-306.   Gold tiers 3 and 4: public CT, C2 to the sacrum in view.</a:t>
            </a:r>
          </a:p>
        </p:txBody>
      </p:sp>
      <p:pic>
        <p:nvPicPr>
          <p:cNvPr id="6" name="!!body_base" descr="image.png"/>
          <p:cNvPicPr>
            <a:picLocks noChangeAspect="1"/>
          </p:cNvPicPr>
          <p:nvPr/>
        </p:nvPicPr>
        <p:blipFill>
          <a:blip r:embed="rId2"/>
          <a:stretch>
            <a:fillRect/>
          </a:stretch>
        </p:blipFill>
        <p:spPr>
          <a:xfrm>
            <a:off x="2377533" y="1420000"/>
            <a:ext cx="4203658" cy="3830000"/>
          </a:xfrm>
          <a:prstGeom prst="rect">
            <a:avLst/>
          </a:prstGeom>
        </p:spPr>
      </p:pic>
      <p:pic>
        <p:nvPicPr>
          <p:cNvPr id="7" name="!!canal_base" descr="image.png"/>
          <p:cNvPicPr>
            <a:picLocks noChangeAspect="1"/>
          </p:cNvPicPr>
          <p:nvPr/>
        </p:nvPicPr>
        <p:blipFill>
          <a:blip r:embed="rId3"/>
          <a:stretch>
            <a:fillRect/>
          </a:stretch>
        </p:blipFill>
        <p:spPr>
          <a:xfrm>
            <a:off x="7031191" y="1420000"/>
            <a:ext cx="4241275" cy="3829999"/>
          </a:xfrm>
          <a:prstGeom prst="rect">
            <a:avLst/>
          </a:prstGeom>
        </p:spPr>
      </p:pic>
      <p:sp>
        <p:nvSpPr>
          <p:cNvPr id="3" name="!!body_rw"/>
          <p:cNvSpPr/>
          <p:nvPr/>
        </p:nvSpPr>
        <p:spPr>
          <a:xfrm>
            <a:off x="2802145" y="2221809"/>
            <a:ext cx="3702616" cy="2192649"/>
          </a:xfrm>
          <a:custGeom>
            <a:avLst/>
            <a:gdLst/>
            <a:ahLst/>
            <a:cxnLst/>
            <a:rect l="l" t="t" r="r" b="b"/>
            <a:pathLst>
              <a:path w="3702616" h="2192649">
                <a:moveTo>
                  <a:pt x="0" y="2179156"/>
                </a:moveTo>
                <a:lnTo>
                  <a:pt x="185131" y="2192649"/>
                </a:lnTo>
                <a:lnTo>
                  <a:pt x="370262" y="2030730"/>
                </a:lnTo>
                <a:lnTo>
                  <a:pt x="555392" y="1855318"/>
                </a:lnTo>
                <a:lnTo>
                  <a:pt x="740523" y="1760866"/>
                </a:lnTo>
                <a:lnTo>
                  <a:pt x="925654" y="1464015"/>
                </a:lnTo>
                <a:lnTo>
                  <a:pt x="1110785" y="1491001"/>
                </a:lnTo>
                <a:lnTo>
                  <a:pt x="1184837" y="1592200"/>
                </a:lnTo>
                <a:lnTo>
                  <a:pt x="1258889" y="1585454"/>
                </a:lnTo>
                <a:lnTo>
                  <a:pt x="1332942" y="1517988"/>
                </a:lnTo>
                <a:lnTo>
                  <a:pt x="1406994" y="1437028"/>
                </a:lnTo>
                <a:lnTo>
                  <a:pt x="1481046" y="1376309"/>
                </a:lnTo>
                <a:lnTo>
                  <a:pt x="1555099" y="1281856"/>
                </a:lnTo>
                <a:lnTo>
                  <a:pt x="1629151" y="1113191"/>
                </a:lnTo>
                <a:lnTo>
                  <a:pt x="1703203" y="951272"/>
                </a:lnTo>
                <a:lnTo>
                  <a:pt x="1777256" y="701648"/>
                </a:lnTo>
                <a:lnTo>
                  <a:pt x="1851308" y="499249"/>
                </a:lnTo>
                <a:lnTo>
                  <a:pt x="2221569" y="418290"/>
                </a:lnTo>
                <a:lnTo>
                  <a:pt x="2591831" y="269864"/>
                </a:lnTo>
                <a:lnTo>
                  <a:pt x="2962093" y="101199"/>
                </a:lnTo>
                <a:lnTo>
                  <a:pt x="3332354" y="0"/>
                </a:lnTo>
                <a:lnTo>
                  <a:pt x="3702616" y="6747"/>
                </a:lnTo>
              </a:path>
            </a:pathLst>
          </a:custGeom>
          <a:noFill/>
          <a:ln w="11430">
            <a:solidFill>
              <a:srgbClr val="5A5A5A"/>
            </a:solidFill>
            <a:prstDash val="sysDot"/>
            <a:round/>
          </a:ln>
        </p:spPr>
        <p:txBody>
          <a:bodyPr rtlCol="0" anchor="ctr"/>
          <a:lstStyle/>
          <a:p>
            <a:pPr algn="ctr"/>
          </a:p>
        </p:txBody>
      </p:sp>
      <p:sp>
        <p:nvSpPr>
          <p:cNvPr id="8" name="!!body_rw_C3"/>
          <p:cNvSpPr/>
          <p:nvPr/>
        </p:nvSpPr>
        <p:spPr>
          <a:xfrm>
            <a:off x="2780555" y="4379375"/>
            <a:ext cx="43180" cy="43180"/>
          </a:xfrm>
          <a:prstGeom prst="diamond">
            <a:avLst/>
          </a:prstGeom>
          <a:solidFill>
            <a:srgbClr val="5A5A5A"/>
          </a:solidFill>
          <a:ln>
            <a:noFill/>
          </a:ln>
        </p:spPr>
        <p:txBody>
          <a:bodyPr rtlCol="0" anchor="ctr"/>
          <a:lstStyle/>
          <a:p>
            <a:pPr algn="ctr"/>
          </a:p>
        </p:txBody>
      </p:sp>
      <p:sp>
        <p:nvSpPr>
          <p:cNvPr id="9" name="!!body_rw_C4"/>
          <p:cNvSpPr/>
          <p:nvPr/>
        </p:nvSpPr>
        <p:spPr>
          <a:xfrm>
            <a:off x="2965686" y="4392868"/>
            <a:ext cx="43180" cy="43180"/>
          </a:xfrm>
          <a:prstGeom prst="diamond">
            <a:avLst/>
          </a:prstGeom>
          <a:solidFill>
            <a:srgbClr val="5A5A5A"/>
          </a:solidFill>
          <a:ln>
            <a:noFill/>
          </a:ln>
        </p:spPr>
        <p:txBody>
          <a:bodyPr rtlCol="0" anchor="ctr"/>
          <a:lstStyle/>
          <a:p>
            <a:pPr algn="ctr"/>
          </a:p>
        </p:txBody>
      </p:sp>
      <p:sp>
        <p:nvSpPr>
          <p:cNvPr id="10" name="!!body_rw_C5"/>
          <p:cNvSpPr/>
          <p:nvPr/>
        </p:nvSpPr>
        <p:spPr>
          <a:xfrm>
            <a:off x="3150817" y="4230949"/>
            <a:ext cx="43180" cy="43180"/>
          </a:xfrm>
          <a:prstGeom prst="diamond">
            <a:avLst/>
          </a:prstGeom>
          <a:solidFill>
            <a:srgbClr val="5A5A5A"/>
          </a:solidFill>
          <a:ln>
            <a:noFill/>
          </a:ln>
        </p:spPr>
        <p:txBody>
          <a:bodyPr rtlCol="0" anchor="ctr"/>
          <a:lstStyle/>
          <a:p>
            <a:pPr algn="ctr"/>
          </a:p>
        </p:txBody>
      </p:sp>
      <p:sp>
        <p:nvSpPr>
          <p:cNvPr id="11" name="!!body_rw_C6"/>
          <p:cNvSpPr/>
          <p:nvPr/>
        </p:nvSpPr>
        <p:spPr>
          <a:xfrm>
            <a:off x="3335947" y="4055537"/>
            <a:ext cx="43180" cy="43180"/>
          </a:xfrm>
          <a:prstGeom prst="diamond">
            <a:avLst/>
          </a:prstGeom>
          <a:solidFill>
            <a:srgbClr val="5A5A5A"/>
          </a:solidFill>
          <a:ln>
            <a:noFill/>
          </a:ln>
        </p:spPr>
        <p:txBody>
          <a:bodyPr rtlCol="0" anchor="ctr"/>
          <a:lstStyle/>
          <a:p>
            <a:pPr algn="ctr"/>
          </a:p>
        </p:txBody>
      </p:sp>
      <p:sp>
        <p:nvSpPr>
          <p:cNvPr id="12" name="!!body_rw_C7"/>
          <p:cNvSpPr/>
          <p:nvPr/>
        </p:nvSpPr>
        <p:spPr>
          <a:xfrm>
            <a:off x="3521078" y="3961085"/>
            <a:ext cx="43180" cy="43180"/>
          </a:xfrm>
          <a:prstGeom prst="diamond">
            <a:avLst/>
          </a:prstGeom>
          <a:solidFill>
            <a:srgbClr val="5A5A5A"/>
          </a:solidFill>
          <a:ln>
            <a:noFill/>
          </a:ln>
        </p:spPr>
        <p:txBody>
          <a:bodyPr rtlCol="0" anchor="ctr"/>
          <a:lstStyle/>
          <a:p>
            <a:pPr algn="ctr"/>
          </a:p>
        </p:txBody>
      </p:sp>
      <p:sp>
        <p:nvSpPr>
          <p:cNvPr id="13" name="!!body_rw_T1"/>
          <p:cNvSpPr/>
          <p:nvPr/>
        </p:nvSpPr>
        <p:spPr>
          <a:xfrm>
            <a:off x="3706209" y="3664234"/>
            <a:ext cx="43180" cy="43180"/>
          </a:xfrm>
          <a:prstGeom prst="diamond">
            <a:avLst/>
          </a:prstGeom>
          <a:solidFill>
            <a:srgbClr val="5A5A5A"/>
          </a:solidFill>
          <a:ln>
            <a:noFill/>
          </a:ln>
        </p:spPr>
        <p:txBody>
          <a:bodyPr rtlCol="0" anchor="ctr"/>
          <a:lstStyle/>
          <a:p>
            <a:pPr algn="ctr"/>
          </a:p>
        </p:txBody>
      </p:sp>
      <p:sp>
        <p:nvSpPr>
          <p:cNvPr id="14" name="!!body_rw_T2"/>
          <p:cNvSpPr/>
          <p:nvPr/>
        </p:nvSpPr>
        <p:spPr>
          <a:xfrm>
            <a:off x="3891340" y="3691220"/>
            <a:ext cx="43180" cy="43180"/>
          </a:xfrm>
          <a:prstGeom prst="diamond">
            <a:avLst/>
          </a:prstGeom>
          <a:solidFill>
            <a:srgbClr val="5A5A5A"/>
          </a:solidFill>
          <a:ln>
            <a:noFill/>
          </a:ln>
        </p:spPr>
        <p:txBody>
          <a:bodyPr rtlCol="0" anchor="ctr"/>
          <a:lstStyle/>
          <a:p>
            <a:pPr algn="ctr"/>
          </a:p>
        </p:txBody>
      </p:sp>
      <p:sp>
        <p:nvSpPr>
          <p:cNvPr id="15" name="!!body_rw_T3"/>
          <p:cNvSpPr/>
          <p:nvPr/>
        </p:nvSpPr>
        <p:spPr>
          <a:xfrm>
            <a:off x="3965392" y="3792419"/>
            <a:ext cx="43180" cy="43180"/>
          </a:xfrm>
          <a:prstGeom prst="diamond">
            <a:avLst/>
          </a:prstGeom>
          <a:solidFill>
            <a:srgbClr val="5A5A5A"/>
          </a:solidFill>
          <a:ln>
            <a:noFill/>
          </a:ln>
        </p:spPr>
        <p:txBody>
          <a:bodyPr rtlCol="0" anchor="ctr"/>
          <a:lstStyle/>
          <a:p>
            <a:pPr algn="ctr"/>
          </a:p>
        </p:txBody>
      </p:sp>
      <p:sp>
        <p:nvSpPr>
          <p:cNvPr id="16" name="!!body_rw_T4"/>
          <p:cNvSpPr/>
          <p:nvPr/>
        </p:nvSpPr>
        <p:spPr>
          <a:xfrm>
            <a:off x="4039444" y="3785673"/>
            <a:ext cx="43180" cy="43180"/>
          </a:xfrm>
          <a:prstGeom prst="diamond">
            <a:avLst/>
          </a:prstGeom>
          <a:solidFill>
            <a:srgbClr val="5A5A5A"/>
          </a:solidFill>
          <a:ln>
            <a:noFill/>
          </a:ln>
        </p:spPr>
        <p:txBody>
          <a:bodyPr rtlCol="0" anchor="ctr"/>
          <a:lstStyle/>
          <a:p>
            <a:pPr algn="ctr"/>
          </a:p>
        </p:txBody>
      </p:sp>
      <p:sp>
        <p:nvSpPr>
          <p:cNvPr id="17" name="!!body_rw_T5"/>
          <p:cNvSpPr/>
          <p:nvPr/>
        </p:nvSpPr>
        <p:spPr>
          <a:xfrm>
            <a:off x="4113497" y="3718207"/>
            <a:ext cx="43180" cy="43180"/>
          </a:xfrm>
          <a:prstGeom prst="diamond">
            <a:avLst/>
          </a:prstGeom>
          <a:solidFill>
            <a:srgbClr val="5A5A5A"/>
          </a:solidFill>
          <a:ln>
            <a:noFill/>
          </a:ln>
        </p:spPr>
        <p:txBody>
          <a:bodyPr rtlCol="0" anchor="ctr"/>
          <a:lstStyle/>
          <a:p>
            <a:pPr algn="ctr"/>
          </a:p>
        </p:txBody>
      </p:sp>
      <p:sp>
        <p:nvSpPr>
          <p:cNvPr id="18" name="!!body_rw_T6"/>
          <p:cNvSpPr/>
          <p:nvPr/>
        </p:nvSpPr>
        <p:spPr>
          <a:xfrm>
            <a:off x="4187549" y="3637247"/>
            <a:ext cx="43180" cy="43180"/>
          </a:xfrm>
          <a:prstGeom prst="diamond">
            <a:avLst/>
          </a:prstGeom>
          <a:solidFill>
            <a:srgbClr val="5A5A5A"/>
          </a:solidFill>
          <a:ln>
            <a:noFill/>
          </a:ln>
        </p:spPr>
        <p:txBody>
          <a:bodyPr rtlCol="0" anchor="ctr"/>
          <a:lstStyle/>
          <a:p>
            <a:pPr algn="ctr"/>
          </a:p>
        </p:txBody>
      </p:sp>
      <p:sp>
        <p:nvSpPr>
          <p:cNvPr id="19" name="!!body_rw_T7"/>
          <p:cNvSpPr/>
          <p:nvPr/>
        </p:nvSpPr>
        <p:spPr>
          <a:xfrm>
            <a:off x="4261601" y="3576528"/>
            <a:ext cx="43180" cy="43180"/>
          </a:xfrm>
          <a:prstGeom prst="diamond">
            <a:avLst/>
          </a:prstGeom>
          <a:solidFill>
            <a:srgbClr val="5A5A5A"/>
          </a:solidFill>
          <a:ln>
            <a:noFill/>
          </a:ln>
        </p:spPr>
        <p:txBody>
          <a:bodyPr rtlCol="0" anchor="ctr"/>
          <a:lstStyle/>
          <a:p>
            <a:pPr algn="ctr"/>
          </a:p>
        </p:txBody>
      </p:sp>
      <p:sp>
        <p:nvSpPr>
          <p:cNvPr id="20" name="!!body_rw_T8"/>
          <p:cNvSpPr/>
          <p:nvPr/>
        </p:nvSpPr>
        <p:spPr>
          <a:xfrm>
            <a:off x="4335654" y="3482075"/>
            <a:ext cx="43180" cy="43180"/>
          </a:xfrm>
          <a:prstGeom prst="diamond">
            <a:avLst/>
          </a:prstGeom>
          <a:solidFill>
            <a:srgbClr val="5A5A5A"/>
          </a:solidFill>
          <a:ln>
            <a:noFill/>
          </a:ln>
        </p:spPr>
        <p:txBody>
          <a:bodyPr rtlCol="0" anchor="ctr"/>
          <a:lstStyle/>
          <a:p>
            <a:pPr algn="ctr"/>
          </a:p>
        </p:txBody>
      </p:sp>
      <p:sp>
        <p:nvSpPr>
          <p:cNvPr id="21" name="!!body_rw_T9"/>
          <p:cNvSpPr/>
          <p:nvPr/>
        </p:nvSpPr>
        <p:spPr>
          <a:xfrm>
            <a:off x="4409706" y="3313410"/>
            <a:ext cx="43180" cy="43180"/>
          </a:xfrm>
          <a:prstGeom prst="diamond">
            <a:avLst/>
          </a:prstGeom>
          <a:solidFill>
            <a:srgbClr val="5A5A5A"/>
          </a:solidFill>
          <a:ln>
            <a:noFill/>
          </a:ln>
        </p:spPr>
        <p:txBody>
          <a:bodyPr rtlCol="0" anchor="ctr"/>
          <a:lstStyle/>
          <a:p>
            <a:pPr algn="ctr"/>
          </a:p>
        </p:txBody>
      </p:sp>
      <p:sp>
        <p:nvSpPr>
          <p:cNvPr id="22" name="!!body_rw_T10"/>
          <p:cNvSpPr/>
          <p:nvPr/>
        </p:nvSpPr>
        <p:spPr>
          <a:xfrm>
            <a:off x="4483758" y="3151491"/>
            <a:ext cx="43180" cy="43180"/>
          </a:xfrm>
          <a:prstGeom prst="diamond">
            <a:avLst/>
          </a:prstGeom>
          <a:solidFill>
            <a:srgbClr val="5A5A5A"/>
          </a:solidFill>
          <a:ln>
            <a:noFill/>
          </a:ln>
        </p:spPr>
        <p:txBody>
          <a:bodyPr rtlCol="0" anchor="ctr"/>
          <a:lstStyle/>
          <a:p>
            <a:pPr algn="ctr"/>
          </a:p>
        </p:txBody>
      </p:sp>
      <p:sp>
        <p:nvSpPr>
          <p:cNvPr id="23" name="!!body_rw_T11"/>
          <p:cNvSpPr/>
          <p:nvPr/>
        </p:nvSpPr>
        <p:spPr>
          <a:xfrm>
            <a:off x="4557811" y="2901867"/>
            <a:ext cx="43180" cy="43180"/>
          </a:xfrm>
          <a:prstGeom prst="diamond">
            <a:avLst/>
          </a:prstGeom>
          <a:solidFill>
            <a:srgbClr val="5A5A5A"/>
          </a:solidFill>
          <a:ln>
            <a:noFill/>
          </a:ln>
        </p:spPr>
        <p:txBody>
          <a:bodyPr rtlCol="0" anchor="ctr"/>
          <a:lstStyle/>
          <a:p>
            <a:pPr algn="ctr"/>
          </a:p>
        </p:txBody>
      </p:sp>
      <p:sp>
        <p:nvSpPr>
          <p:cNvPr id="24" name="!!body_rw_T12"/>
          <p:cNvSpPr/>
          <p:nvPr/>
        </p:nvSpPr>
        <p:spPr>
          <a:xfrm>
            <a:off x="4631863" y="2699468"/>
            <a:ext cx="43180" cy="43180"/>
          </a:xfrm>
          <a:prstGeom prst="diamond">
            <a:avLst/>
          </a:prstGeom>
          <a:solidFill>
            <a:srgbClr val="5A5A5A"/>
          </a:solidFill>
          <a:ln>
            <a:noFill/>
          </a:ln>
        </p:spPr>
        <p:txBody>
          <a:bodyPr rtlCol="0" anchor="ctr"/>
          <a:lstStyle/>
          <a:p>
            <a:pPr algn="ctr"/>
          </a:p>
        </p:txBody>
      </p:sp>
      <p:sp>
        <p:nvSpPr>
          <p:cNvPr id="25" name="!!body_rw_L1"/>
          <p:cNvSpPr/>
          <p:nvPr/>
        </p:nvSpPr>
        <p:spPr>
          <a:xfrm>
            <a:off x="5002124" y="2618509"/>
            <a:ext cx="43180" cy="43180"/>
          </a:xfrm>
          <a:prstGeom prst="diamond">
            <a:avLst/>
          </a:prstGeom>
          <a:solidFill>
            <a:srgbClr val="5A5A5A"/>
          </a:solidFill>
          <a:ln>
            <a:noFill/>
          </a:ln>
        </p:spPr>
        <p:txBody>
          <a:bodyPr rtlCol="0" anchor="ctr"/>
          <a:lstStyle/>
          <a:p>
            <a:pPr algn="ctr"/>
          </a:p>
        </p:txBody>
      </p:sp>
      <p:sp>
        <p:nvSpPr>
          <p:cNvPr id="26" name="!!body_rw_L2"/>
          <p:cNvSpPr/>
          <p:nvPr/>
        </p:nvSpPr>
        <p:spPr>
          <a:xfrm>
            <a:off x="5372386" y="2470083"/>
            <a:ext cx="43180" cy="43180"/>
          </a:xfrm>
          <a:prstGeom prst="diamond">
            <a:avLst/>
          </a:prstGeom>
          <a:solidFill>
            <a:srgbClr val="5A5A5A"/>
          </a:solidFill>
          <a:ln>
            <a:noFill/>
          </a:ln>
        </p:spPr>
        <p:txBody>
          <a:bodyPr rtlCol="0" anchor="ctr"/>
          <a:lstStyle/>
          <a:p>
            <a:pPr algn="ctr"/>
          </a:p>
        </p:txBody>
      </p:sp>
      <p:sp>
        <p:nvSpPr>
          <p:cNvPr id="27" name="!!body_rw_L3"/>
          <p:cNvSpPr/>
          <p:nvPr/>
        </p:nvSpPr>
        <p:spPr>
          <a:xfrm>
            <a:off x="5742648" y="2301418"/>
            <a:ext cx="43180" cy="43180"/>
          </a:xfrm>
          <a:prstGeom prst="diamond">
            <a:avLst/>
          </a:prstGeom>
          <a:solidFill>
            <a:srgbClr val="5A5A5A"/>
          </a:solidFill>
          <a:ln>
            <a:noFill/>
          </a:ln>
        </p:spPr>
        <p:txBody>
          <a:bodyPr rtlCol="0" anchor="ctr"/>
          <a:lstStyle/>
          <a:p>
            <a:pPr algn="ctr"/>
          </a:p>
        </p:txBody>
      </p:sp>
      <p:sp>
        <p:nvSpPr>
          <p:cNvPr id="28" name="!!body_rw_L4"/>
          <p:cNvSpPr/>
          <p:nvPr/>
        </p:nvSpPr>
        <p:spPr>
          <a:xfrm>
            <a:off x="6112909" y="2200219"/>
            <a:ext cx="43180" cy="43180"/>
          </a:xfrm>
          <a:prstGeom prst="diamond">
            <a:avLst/>
          </a:prstGeom>
          <a:solidFill>
            <a:srgbClr val="5A5A5A"/>
          </a:solidFill>
          <a:ln>
            <a:noFill/>
          </a:ln>
        </p:spPr>
        <p:txBody>
          <a:bodyPr rtlCol="0" anchor="ctr"/>
          <a:lstStyle/>
          <a:p>
            <a:pPr algn="ctr"/>
          </a:p>
        </p:txBody>
      </p:sp>
      <p:sp>
        <p:nvSpPr>
          <p:cNvPr id="29" name="!!body_rw_L5"/>
          <p:cNvSpPr/>
          <p:nvPr/>
        </p:nvSpPr>
        <p:spPr>
          <a:xfrm>
            <a:off x="6483171" y="2206966"/>
            <a:ext cx="43180" cy="43180"/>
          </a:xfrm>
          <a:prstGeom prst="diamond">
            <a:avLst/>
          </a:prstGeom>
          <a:solidFill>
            <a:srgbClr val="5A5A5A"/>
          </a:solidFill>
          <a:ln>
            <a:noFill/>
          </a:ln>
        </p:spPr>
        <p:txBody>
          <a:bodyPr rtlCol="0" anchor="ctr"/>
          <a:lstStyle/>
          <a:p>
            <a:pPr algn="ctr"/>
          </a:p>
        </p:txBody>
      </p:sp>
      <p:sp>
        <p:nvSpPr>
          <p:cNvPr id="30" name="!!body_rd"/>
          <p:cNvSpPr/>
          <p:nvPr/>
        </p:nvSpPr>
        <p:spPr>
          <a:xfrm>
            <a:off x="2802145" y="3166335"/>
            <a:ext cx="3702616" cy="1383055"/>
          </a:xfrm>
          <a:custGeom>
            <a:avLst/>
            <a:gdLst/>
            <a:ahLst/>
            <a:cxnLst/>
            <a:rect l="l" t="t" r="r" b="b"/>
            <a:pathLst>
              <a:path w="3702616" h="1383055">
                <a:moveTo>
                  <a:pt x="0" y="1383055"/>
                </a:moveTo>
                <a:lnTo>
                  <a:pt x="185131" y="1362815"/>
                </a:lnTo>
                <a:lnTo>
                  <a:pt x="370262" y="1369562"/>
                </a:lnTo>
                <a:lnTo>
                  <a:pt x="555392" y="1288603"/>
                </a:lnTo>
                <a:lnTo>
                  <a:pt x="740523" y="1173910"/>
                </a:lnTo>
                <a:lnTo>
                  <a:pt x="925654" y="1146924"/>
                </a:lnTo>
                <a:lnTo>
                  <a:pt x="1110785" y="1072711"/>
                </a:lnTo>
                <a:lnTo>
                  <a:pt x="1184837" y="863566"/>
                </a:lnTo>
                <a:lnTo>
                  <a:pt x="1258889" y="823086"/>
                </a:lnTo>
                <a:lnTo>
                  <a:pt x="1332942" y="755620"/>
                </a:lnTo>
                <a:lnTo>
                  <a:pt x="1406994" y="640928"/>
                </a:lnTo>
                <a:lnTo>
                  <a:pt x="1481046" y="546475"/>
                </a:lnTo>
                <a:lnTo>
                  <a:pt x="1555099" y="512742"/>
                </a:lnTo>
                <a:lnTo>
                  <a:pt x="1629151" y="418290"/>
                </a:lnTo>
                <a:lnTo>
                  <a:pt x="1703203" y="337330"/>
                </a:lnTo>
                <a:lnTo>
                  <a:pt x="1777256" y="242878"/>
                </a:lnTo>
                <a:lnTo>
                  <a:pt x="1851308" y="182158"/>
                </a:lnTo>
                <a:lnTo>
                  <a:pt x="2221569" y="94452"/>
                </a:lnTo>
                <a:lnTo>
                  <a:pt x="2591831" y="60719"/>
                </a:lnTo>
                <a:lnTo>
                  <a:pt x="2962093" y="20240"/>
                </a:lnTo>
                <a:lnTo>
                  <a:pt x="3332354" y="0"/>
                </a:lnTo>
                <a:lnTo>
                  <a:pt x="3702616" y="53973"/>
                </a:lnTo>
              </a:path>
            </a:pathLst>
          </a:custGeom>
          <a:noFill/>
          <a:ln w="11430">
            <a:solidFill>
              <a:srgbClr val="5A5A5A"/>
            </a:solidFill>
            <a:prstDash val="sysDot"/>
            <a:round/>
          </a:ln>
        </p:spPr>
        <p:txBody>
          <a:bodyPr rtlCol="0" anchor="ctr"/>
          <a:lstStyle/>
          <a:p>
            <a:pPr algn="ctr"/>
          </a:p>
        </p:txBody>
      </p:sp>
      <p:sp>
        <p:nvSpPr>
          <p:cNvPr id="31" name="!!body_rd_C3"/>
          <p:cNvSpPr/>
          <p:nvPr/>
        </p:nvSpPr>
        <p:spPr>
          <a:xfrm>
            <a:off x="2780555" y="4527800"/>
            <a:ext cx="43180" cy="43180"/>
          </a:xfrm>
          <a:prstGeom prst="diamond">
            <a:avLst/>
          </a:prstGeom>
          <a:solidFill>
            <a:srgbClr val="5A5A5A"/>
          </a:solidFill>
          <a:ln>
            <a:noFill/>
          </a:ln>
        </p:spPr>
        <p:txBody>
          <a:bodyPr rtlCol="0" anchor="ctr"/>
          <a:lstStyle/>
          <a:p>
            <a:pPr algn="ctr"/>
          </a:p>
        </p:txBody>
      </p:sp>
      <p:sp>
        <p:nvSpPr>
          <p:cNvPr id="32" name="!!body_rd_C4"/>
          <p:cNvSpPr/>
          <p:nvPr/>
        </p:nvSpPr>
        <p:spPr>
          <a:xfrm>
            <a:off x="2965686" y="4507560"/>
            <a:ext cx="43180" cy="43180"/>
          </a:xfrm>
          <a:prstGeom prst="diamond">
            <a:avLst/>
          </a:prstGeom>
          <a:solidFill>
            <a:srgbClr val="5A5A5A"/>
          </a:solidFill>
          <a:ln>
            <a:noFill/>
          </a:ln>
        </p:spPr>
        <p:txBody>
          <a:bodyPr rtlCol="0" anchor="ctr"/>
          <a:lstStyle/>
          <a:p>
            <a:pPr algn="ctr"/>
          </a:p>
        </p:txBody>
      </p:sp>
      <p:sp>
        <p:nvSpPr>
          <p:cNvPr id="33" name="!!body_rd_C5"/>
          <p:cNvSpPr/>
          <p:nvPr/>
        </p:nvSpPr>
        <p:spPr>
          <a:xfrm>
            <a:off x="3150817" y="4514307"/>
            <a:ext cx="43180" cy="43180"/>
          </a:xfrm>
          <a:prstGeom prst="diamond">
            <a:avLst/>
          </a:prstGeom>
          <a:solidFill>
            <a:srgbClr val="5A5A5A"/>
          </a:solidFill>
          <a:ln>
            <a:noFill/>
          </a:ln>
        </p:spPr>
        <p:txBody>
          <a:bodyPr rtlCol="0" anchor="ctr"/>
          <a:lstStyle/>
          <a:p>
            <a:pPr algn="ctr"/>
          </a:p>
        </p:txBody>
      </p:sp>
      <p:sp>
        <p:nvSpPr>
          <p:cNvPr id="34" name="!!body_rd_C6"/>
          <p:cNvSpPr/>
          <p:nvPr/>
        </p:nvSpPr>
        <p:spPr>
          <a:xfrm>
            <a:off x="3335947" y="4433348"/>
            <a:ext cx="43180" cy="43180"/>
          </a:xfrm>
          <a:prstGeom prst="diamond">
            <a:avLst/>
          </a:prstGeom>
          <a:solidFill>
            <a:srgbClr val="5A5A5A"/>
          </a:solidFill>
          <a:ln>
            <a:noFill/>
          </a:ln>
        </p:spPr>
        <p:txBody>
          <a:bodyPr rtlCol="0" anchor="ctr"/>
          <a:lstStyle/>
          <a:p>
            <a:pPr algn="ctr"/>
          </a:p>
        </p:txBody>
      </p:sp>
      <p:sp>
        <p:nvSpPr>
          <p:cNvPr id="35" name="!!body_rd_C7"/>
          <p:cNvSpPr/>
          <p:nvPr/>
        </p:nvSpPr>
        <p:spPr>
          <a:xfrm>
            <a:off x="3521078" y="4318655"/>
            <a:ext cx="43180" cy="43180"/>
          </a:xfrm>
          <a:prstGeom prst="diamond">
            <a:avLst/>
          </a:prstGeom>
          <a:solidFill>
            <a:srgbClr val="5A5A5A"/>
          </a:solidFill>
          <a:ln>
            <a:noFill/>
          </a:ln>
        </p:spPr>
        <p:txBody>
          <a:bodyPr rtlCol="0" anchor="ctr"/>
          <a:lstStyle/>
          <a:p>
            <a:pPr algn="ctr"/>
          </a:p>
        </p:txBody>
      </p:sp>
      <p:sp>
        <p:nvSpPr>
          <p:cNvPr id="36" name="!!body_rd_T1"/>
          <p:cNvSpPr/>
          <p:nvPr/>
        </p:nvSpPr>
        <p:spPr>
          <a:xfrm>
            <a:off x="3706209" y="4291669"/>
            <a:ext cx="43180" cy="43180"/>
          </a:xfrm>
          <a:prstGeom prst="diamond">
            <a:avLst/>
          </a:prstGeom>
          <a:solidFill>
            <a:srgbClr val="5A5A5A"/>
          </a:solidFill>
          <a:ln>
            <a:noFill/>
          </a:ln>
        </p:spPr>
        <p:txBody>
          <a:bodyPr rtlCol="0" anchor="ctr"/>
          <a:lstStyle/>
          <a:p>
            <a:pPr algn="ctr"/>
          </a:p>
        </p:txBody>
      </p:sp>
      <p:sp>
        <p:nvSpPr>
          <p:cNvPr id="37" name="!!body_rd_T2"/>
          <p:cNvSpPr/>
          <p:nvPr/>
        </p:nvSpPr>
        <p:spPr>
          <a:xfrm>
            <a:off x="3891340" y="4217456"/>
            <a:ext cx="43180" cy="43180"/>
          </a:xfrm>
          <a:prstGeom prst="diamond">
            <a:avLst/>
          </a:prstGeom>
          <a:solidFill>
            <a:srgbClr val="5A5A5A"/>
          </a:solidFill>
          <a:ln>
            <a:noFill/>
          </a:ln>
        </p:spPr>
        <p:txBody>
          <a:bodyPr rtlCol="0" anchor="ctr"/>
          <a:lstStyle/>
          <a:p>
            <a:pPr algn="ctr"/>
          </a:p>
        </p:txBody>
      </p:sp>
      <p:sp>
        <p:nvSpPr>
          <p:cNvPr id="38" name="!!body_rd_T3"/>
          <p:cNvSpPr/>
          <p:nvPr/>
        </p:nvSpPr>
        <p:spPr>
          <a:xfrm>
            <a:off x="3965392" y="4008311"/>
            <a:ext cx="43180" cy="43180"/>
          </a:xfrm>
          <a:prstGeom prst="diamond">
            <a:avLst/>
          </a:prstGeom>
          <a:solidFill>
            <a:srgbClr val="5A5A5A"/>
          </a:solidFill>
          <a:ln>
            <a:noFill/>
          </a:ln>
        </p:spPr>
        <p:txBody>
          <a:bodyPr rtlCol="0" anchor="ctr"/>
          <a:lstStyle/>
          <a:p>
            <a:pPr algn="ctr"/>
          </a:p>
        </p:txBody>
      </p:sp>
      <p:sp>
        <p:nvSpPr>
          <p:cNvPr id="39" name="!!body_rd_T4"/>
          <p:cNvSpPr/>
          <p:nvPr/>
        </p:nvSpPr>
        <p:spPr>
          <a:xfrm>
            <a:off x="4039444" y="3967831"/>
            <a:ext cx="43180" cy="43180"/>
          </a:xfrm>
          <a:prstGeom prst="diamond">
            <a:avLst/>
          </a:prstGeom>
          <a:solidFill>
            <a:srgbClr val="5A5A5A"/>
          </a:solidFill>
          <a:ln>
            <a:noFill/>
          </a:ln>
        </p:spPr>
        <p:txBody>
          <a:bodyPr rtlCol="0" anchor="ctr"/>
          <a:lstStyle/>
          <a:p>
            <a:pPr algn="ctr"/>
          </a:p>
        </p:txBody>
      </p:sp>
      <p:sp>
        <p:nvSpPr>
          <p:cNvPr id="40" name="!!body_rd_T5"/>
          <p:cNvSpPr/>
          <p:nvPr/>
        </p:nvSpPr>
        <p:spPr>
          <a:xfrm>
            <a:off x="4113497" y="3900365"/>
            <a:ext cx="43180" cy="43180"/>
          </a:xfrm>
          <a:prstGeom prst="diamond">
            <a:avLst/>
          </a:prstGeom>
          <a:solidFill>
            <a:srgbClr val="5A5A5A"/>
          </a:solidFill>
          <a:ln>
            <a:noFill/>
          </a:ln>
        </p:spPr>
        <p:txBody>
          <a:bodyPr rtlCol="0" anchor="ctr"/>
          <a:lstStyle/>
          <a:p>
            <a:pPr algn="ctr"/>
          </a:p>
        </p:txBody>
      </p:sp>
      <p:sp>
        <p:nvSpPr>
          <p:cNvPr id="41" name="!!body_rd_T6"/>
          <p:cNvSpPr/>
          <p:nvPr/>
        </p:nvSpPr>
        <p:spPr>
          <a:xfrm>
            <a:off x="4187549" y="3785673"/>
            <a:ext cx="43180" cy="43180"/>
          </a:xfrm>
          <a:prstGeom prst="diamond">
            <a:avLst/>
          </a:prstGeom>
          <a:solidFill>
            <a:srgbClr val="5A5A5A"/>
          </a:solidFill>
          <a:ln>
            <a:noFill/>
          </a:ln>
        </p:spPr>
        <p:txBody>
          <a:bodyPr rtlCol="0" anchor="ctr"/>
          <a:lstStyle/>
          <a:p>
            <a:pPr algn="ctr"/>
          </a:p>
        </p:txBody>
      </p:sp>
      <p:sp>
        <p:nvSpPr>
          <p:cNvPr id="42" name="!!body_rd_T7"/>
          <p:cNvSpPr/>
          <p:nvPr/>
        </p:nvSpPr>
        <p:spPr>
          <a:xfrm>
            <a:off x="4261601" y="3691220"/>
            <a:ext cx="43180" cy="43180"/>
          </a:xfrm>
          <a:prstGeom prst="diamond">
            <a:avLst/>
          </a:prstGeom>
          <a:solidFill>
            <a:srgbClr val="5A5A5A"/>
          </a:solidFill>
          <a:ln>
            <a:noFill/>
          </a:ln>
        </p:spPr>
        <p:txBody>
          <a:bodyPr rtlCol="0" anchor="ctr"/>
          <a:lstStyle/>
          <a:p>
            <a:pPr algn="ctr"/>
          </a:p>
        </p:txBody>
      </p:sp>
      <p:sp>
        <p:nvSpPr>
          <p:cNvPr id="43" name="!!body_rd_T8"/>
          <p:cNvSpPr/>
          <p:nvPr/>
        </p:nvSpPr>
        <p:spPr>
          <a:xfrm>
            <a:off x="4335654" y="3657487"/>
            <a:ext cx="43180" cy="43180"/>
          </a:xfrm>
          <a:prstGeom prst="diamond">
            <a:avLst/>
          </a:prstGeom>
          <a:solidFill>
            <a:srgbClr val="5A5A5A"/>
          </a:solidFill>
          <a:ln>
            <a:noFill/>
          </a:ln>
        </p:spPr>
        <p:txBody>
          <a:bodyPr rtlCol="0" anchor="ctr"/>
          <a:lstStyle/>
          <a:p>
            <a:pPr algn="ctr"/>
          </a:p>
        </p:txBody>
      </p:sp>
      <p:sp>
        <p:nvSpPr>
          <p:cNvPr id="44" name="!!body_rd_T9"/>
          <p:cNvSpPr/>
          <p:nvPr/>
        </p:nvSpPr>
        <p:spPr>
          <a:xfrm>
            <a:off x="4409706" y="3563035"/>
            <a:ext cx="43180" cy="43180"/>
          </a:xfrm>
          <a:prstGeom prst="diamond">
            <a:avLst/>
          </a:prstGeom>
          <a:solidFill>
            <a:srgbClr val="5A5A5A"/>
          </a:solidFill>
          <a:ln>
            <a:noFill/>
          </a:ln>
        </p:spPr>
        <p:txBody>
          <a:bodyPr rtlCol="0" anchor="ctr"/>
          <a:lstStyle/>
          <a:p>
            <a:pPr algn="ctr"/>
          </a:p>
        </p:txBody>
      </p:sp>
      <p:sp>
        <p:nvSpPr>
          <p:cNvPr id="45" name="!!body_rd_T10"/>
          <p:cNvSpPr/>
          <p:nvPr/>
        </p:nvSpPr>
        <p:spPr>
          <a:xfrm>
            <a:off x="4483758" y="3482075"/>
            <a:ext cx="43180" cy="43180"/>
          </a:xfrm>
          <a:prstGeom prst="diamond">
            <a:avLst/>
          </a:prstGeom>
          <a:solidFill>
            <a:srgbClr val="5A5A5A"/>
          </a:solidFill>
          <a:ln>
            <a:noFill/>
          </a:ln>
        </p:spPr>
        <p:txBody>
          <a:bodyPr rtlCol="0" anchor="ctr"/>
          <a:lstStyle/>
          <a:p>
            <a:pPr algn="ctr"/>
          </a:p>
        </p:txBody>
      </p:sp>
      <p:sp>
        <p:nvSpPr>
          <p:cNvPr id="46" name="!!body_rd_T11"/>
          <p:cNvSpPr/>
          <p:nvPr/>
        </p:nvSpPr>
        <p:spPr>
          <a:xfrm>
            <a:off x="4557811" y="3387623"/>
            <a:ext cx="43180" cy="43180"/>
          </a:xfrm>
          <a:prstGeom prst="diamond">
            <a:avLst/>
          </a:prstGeom>
          <a:solidFill>
            <a:srgbClr val="5A5A5A"/>
          </a:solidFill>
          <a:ln>
            <a:noFill/>
          </a:ln>
        </p:spPr>
        <p:txBody>
          <a:bodyPr rtlCol="0" anchor="ctr"/>
          <a:lstStyle/>
          <a:p>
            <a:pPr algn="ctr"/>
          </a:p>
        </p:txBody>
      </p:sp>
      <p:sp>
        <p:nvSpPr>
          <p:cNvPr id="47" name="!!body_rd_T12"/>
          <p:cNvSpPr/>
          <p:nvPr/>
        </p:nvSpPr>
        <p:spPr>
          <a:xfrm>
            <a:off x="4631863" y="3326903"/>
            <a:ext cx="43180" cy="43180"/>
          </a:xfrm>
          <a:prstGeom prst="diamond">
            <a:avLst/>
          </a:prstGeom>
          <a:solidFill>
            <a:srgbClr val="5A5A5A"/>
          </a:solidFill>
          <a:ln>
            <a:noFill/>
          </a:ln>
        </p:spPr>
        <p:txBody>
          <a:bodyPr rtlCol="0" anchor="ctr"/>
          <a:lstStyle/>
          <a:p>
            <a:pPr algn="ctr"/>
          </a:p>
        </p:txBody>
      </p:sp>
      <p:sp>
        <p:nvSpPr>
          <p:cNvPr id="48" name="!!body_rd_L1"/>
          <p:cNvSpPr/>
          <p:nvPr/>
        </p:nvSpPr>
        <p:spPr>
          <a:xfrm>
            <a:off x="5002124" y="3239197"/>
            <a:ext cx="43180" cy="43180"/>
          </a:xfrm>
          <a:prstGeom prst="diamond">
            <a:avLst/>
          </a:prstGeom>
          <a:solidFill>
            <a:srgbClr val="5A5A5A"/>
          </a:solidFill>
          <a:ln>
            <a:noFill/>
          </a:ln>
        </p:spPr>
        <p:txBody>
          <a:bodyPr rtlCol="0" anchor="ctr"/>
          <a:lstStyle/>
          <a:p>
            <a:pPr algn="ctr"/>
          </a:p>
        </p:txBody>
      </p:sp>
      <p:sp>
        <p:nvSpPr>
          <p:cNvPr id="49" name="!!body_rd_L2"/>
          <p:cNvSpPr/>
          <p:nvPr/>
        </p:nvSpPr>
        <p:spPr>
          <a:xfrm>
            <a:off x="5372386" y="3205464"/>
            <a:ext cx="43180" cy="43180"/>
          </a:xfrm>
          <a:prstGeom prst="diamond">
            <a:avLst/>
          </a:prstGeom>
          <a:solidFill>
            <a:srgbClr val="5A5A5A"/>
          </a:solidFill>
          <a:ln>
            <a:noFill/>
          </a:ln>
        </p:spPr>
        <p:txBody>
          <a:bodyPr rtlCol="0" anchor="ctr"/>
          <a:lstStyle/>
          <a:p>
            <a:pPr algn="ctr"/>
          </a:p>
        </p:txBody>
      </p:sp>
      <p:sp>
        <p:nvSpPr>
          <p:cNvPr id="50" name="!!body_rd_L3"/>
          <p:cNvSpPr/>
          <p:nvPr/>
        </p:nvSpPr>
        <p:spPr>
          <a:xfrm>
            <a:off x="5742648" y="3164985"/>
            <a:ext cx="43180" cy="43180"/>
          </a:xfrm>
          <a:prstGeom prst="diamond">
            <a:avLst/>
          </a:prstGeom>
          <a:solidFill>
            <a:srgbClr val="5A5A5A"/>
          </a:solidFill>
          <a:ln>
            <a:noFill/>
          </a:ln>
        </p:spPr>
        <p:txBody>
          <a:bodyPr rtlCol="0" anchor="ctr"/>
          <a:lstStyle/>
          <a:p>
            <a:pPr algn="ctr"/>
          </a:p>
        </p:txBody>
      </p:sp>
      <p:sp>
        <p:nvSpPr>
          <p:cNvPr id="51" name="!!body_rd_L4"/>
          <p:cNvSpPr/>
          <p:nvPr/>
        </p:nvSpPr>
        <p:spPr>
          <a:xfrm>
            <a:off x="6112909" y="3144745"/>
            <a:ext cx="43180" cy="43180"/>
          </a:xfrm>
          <a:prstGeom prst="diamond">
            <a:avLst/>
          </a:prstGeom>
          <a:solidFill>
            <a:srgbClr val="5A5A5A"/>
          </a:solidFill>
          <a:ln>
            <a:noFill/>
          </a:ln>
        </p:spPr>
        <p:txBody>
          <a:bodyPr rtlCol="0" anchor="ctr"/>
          <a:lstStyle/>
          <a:p>
            <a:pPr algn="ctr"/>
          </a:p>
        </p:txBody>
      </p:sp>
      <p:sp>
        <p:nvSpPr>
          <p:cNvPr id="52" name="!!body_rd_L5"/>
          <p:cNvSpPr/>
          <p:nvPr/>
        </p:nvSpPr>
        <p:spPr>
          <a:xfrm>
            <a:off x="6483171" y="3198718"/>
            <a:ext cx="43180" cy="43180"/>
          </a:xfrm>
          <a:prstGeom prst="diamond">
            <a:avLst/>
          </a:prstGeom>
          <a:solidFill>
            <a:srgbClr val="5A5A5A"/>
          </a:solidFill>
          <a:ln>
            <a:noFill/>
          </a:ln>
        </p:spPr>
        <p:txBody>
          <a:bodyPr rtlCol="0" anchor="ctr"/>
          <a:lstStyle/>
          <a:p>
            <a:pPr algn="ctr"/>
          </a:p>
        </p:txBody>
      </p:sp>
      <p:sp>
        <p:nvSpPr>
          <p:cNvPr id="53" name="!!body_x_w_T13"/>
          <p:cNvSpPr/>
          <p:nvPr/>
        </p:nvSpPr>
        <p:spPr>
          <a:xfrm>
            <a:off x="4758700" y="2340102"/>
            <a:ext cx="63500" cy="63500"/>
          </a:xfrm>
          <a:prstGeom prst="ellipse">
            <a:avLst/>
          </a:prstGeom>
          <a:solidFill>
            <a:srgbClr val="FFFFFF"/>
          </a:solidFill>
          <a:ln w="12700">
            <a:solidFill>
              <a:srgbClr val="333333"/>
            </a:solidFill>
          </a:ln>
        </p:spPr>
        <p:txBody>
          <a:bodyPr rtlCol="0" anchor="ctr"/>
          <a:lstStyle/>
          <a:p>
            <a:pPr algn="ctr"/>
          </a:p>
        </p:txBody>
      </p:sp>
      <p:sp>
        <p:nvSpPr>
          <p:cNvPr id="54" name="!!body_x_w_L6"/>
          <p:cNvSpPr/>
          <p:nvPr/>
        </p:nvSpPr>
        <p:spPr>
          <a:xfrm>
            <a:off x="6795138" y="2614717"/>
            <a:ext cx="63500" cy="63500"/>
          </a:xfrm>
          <a:prstGeom prst="ellipse">
            <a:avLst/>
          </a:prstGeom>
          <a:solidFill>
            <a:srgbClr val="FFFFFF"/>
          </a:solidFill>
          <a:ln w="12700">
            <a:solidFill>
              <a:srgbClr val="333333"/>
            </a:solidFill>
          </a:ln>
        </p:spPr>
        <p:txBody>
          <a:bodyPr rtlCol="0" anchor="ctr"/>
          <a:lstStyle/>
          <a:p>
            <a:pPr algn="ctr"/>
          </a:p>
        </p:txBody>
      </p:sp>
      <p:sp>
        <p:nvSpPr>
          <p:cNvPr id="55" name="!!body_x_d_T13"/>
          <p:cNvSpPr/>
          <p:nvPr/>
        </p:nvSpPr>
        <p:spPr>
          <a:xfrm>
            <a:off x="4854968" y="3303247"/>
            <a:ext cx="63500" cy="63500"/>
          </a:xfrm>
          <a:prstGeom prst="ellipse">
            <a:avLst/>
          </a:prstGeom>
          <a:solidFill>
            <a:srgbClr val="FFFFFF"/>
          </a:solidFill>
          <a:ln w="12700">
            <a:solidFill>
              <a:srgbClr val="333333"/>
            </a:solidFill>
          </a:ln>
        </p:spPr>
        <p:txBody>
          <a:bodyPr rtlCol="0" anchor="ctr"/>
          <a:lstStyle/>
          <a:p>
            <a:pPr algn="ctr"/>
          </a:p>
        </p:txBody>
      </p:sp>
      <p:sp>
        <p:nvSpPr>
          <p:cNvPr id="56" name="!!body_x_d_L6"/>
          <p:cNvSpPr/>
          <p:nvPr/>
        </p:nvSpPr>
        <p:spPr>
          <a:xfrm>
            <a:off x="6891406" y="3282755"/>
            <a:ext cx="63500" cy="63500"/>
          </a:xfrm>
          <a:prstGeom prst="ellipse">
            <a:avLst/>
          </a:prstGeom>
          <a:solidFill>
            <a:srgbClr val="FFFFFF"/>
          </a:solidFill>
          <a:ln w="12700">
            <a:solidFill>
              <a:srgbClr val="333333"/>
            </a:solidFill>
          </a:ln>
        </p:spPr>
        <p:txBody>
          <a:bodyPr rtlCol="0" anchor="ctr"/>
          <a:lstStyle/>
          <a:p>
            <a:pPr algn="ctr"/>
          </a:p>
        </p:txBody>
      </p:sp>
      <p:sp>
        <p:nvSpPr>
          <p:cNvPr id="57" name="!!body_w_m"/>
          <p:cNvSpPr/>
          <p:nvPr/>
        </p:nvSpPr>
        <p:spPr>
          <a:xfrm>
            <a:off x="2802145" y="1846505"/>
            <a:ext cx="3702616" cy="2502408"/>
          </a:xfrm>
          <a:custGeom>
            <a:avLst/>
            <a:gdLst/>
            <a:ahLst/>
            <a:cxnLst/>
            <a:rect l="l" t="t" r="r" b="b"/>
            <a:pathLst>
              <a:path w="3702616" h="2502408">
                <a:moveTo>
                  <a:pt x="0" y="2499641"/>
                </a:moveTo>
                <a:lnTo>
                  <a:pt x="185131" y="2502408"/>
                </a:lnTo>
                <a:lnTo>
                  <a:pt x="370262" y="2411714"/>
                </a:lnTo>
                <a:lnTo>
                  <a:pt x="555392" y="2174342"/>
                </a:lnTo>
                <a:lnTo>
                  <a:pt x="740523" y="2155199"/>
                </a:lnTo>
                <a:lnTo>
                  <a:pt x="925654" y="1859229"/>
                </a:lnTo>
                <a:lnTo>
                  <a:pt x="1110785" y="1553722"/>
                </a:lnTo>
                <a:lnTo>
                  <a:pt x="1184837" y="1781645"/>
                </a:lnTo>
                <a:lnTo>
                  <a:pt x="1258889" y="1798016"/>
                </a:lnTo>
                <a:lnTo>
                  <a:pt x="1332942" y="1717307"/>
                </a:lnTo>
                <a:lnTo>
                  <a:pt x="1406994" y="1598843"/>
                </a:lnTo>
                <a:lnTo>
                  <a:pt x="1481046" y="1450252"/>
                </a:lnTo>
                <a:lnTo>
                  <a:pt x="1555099" y="1306922"/>
                </a:lnTo>
                <a:lnTo>
                  <a:pt x="1629151" y="1161047"/>
                </a:lnTo>
                <a:lnTo>
                  <a:pt x="1703203" y="962742"/>
                </a:lnTo>
                <a:lnTo>
                  <a:pt x="1777256" y="754312"/>
                </a:lnTo>
                <a:lnTo>
                  <a:pt x="1851308" y="712090"/>
                </a:lnTo>
                <a:lnTo>
                  <a:pt x="2221569" y="514010"/>
                </a:lnTo>
                <a:lnTo>
                  <a:pt x="2591831" y="381007"/>
                </a:lnTo>
                <a:lnTo>
                  <a:pt x="2962093" y="165801"/>
                </a:lnTo>
                <a:lnTo>
                  <a:pt x="3332354" y="0"/>
                </a:lnTo>
                <a:lnTo>
                  <a:pt x="3702616" y="249638"/>
                </a:lnTo>
              </a:path>
            </a:pathLst>
          </a:custGeom>
          <a:noFill/>
          <a:ln w="22860">
            <a:solidFill>
              <a:srgbClr val="1F5FA8"/>
            </a:solidFill>
            <a:round/>
          </a:ln>
        </p:spPr>
        <p:txBody>
          <a:bodyPr rtlCol="0" anchor="ctr"/>
          <a:lstStyle/>
          <a:p>
            <a:pPr algn="ctr"/>
          </a:p>
        </p:txBody>
      </p:sp>
      <p:sp>
        <p:nvSpPr>
          <p:cNvPr id="58" name="!!body_w_f"/>
          <p:cNvSpPr/>
          <p:nvPr/>
        </p:nvSpPr>
        <p:spPr>
          <a:xfrm>
            <a:off x="2802145" y="2403948"/>
            <a:ext cx="3702616" cy="2052643"/>
          </a:xfrm>
          <a:custGeom>
            <a:avLst/>
            <a:gdLst/>
            <a:ahLst/>
            <a:cxnLst/>
            <a:rect l="l" t="t" r="r" b="b"/>
            <a:pathLst>
              <a:path w="3702616" h="2052643">
                <a:moveTo>
                  <a:pt x="0" y="2052643"/>
                </a:moveTo>
                <a:lnTo>
                  <a:pt x="185131" y="2010715"/>
                </a:lnTo>
                <a:lnTo>
                  <a:pt x="370262" y="1932903"/>
                </a:lnTo>
                <a:lnTo>
                  <a:pt x="555392" y="1718716"/>
                </a:lnTo>
                <a:lnTo>
                  <a:pt x="740523" y="1722715"/>
                </a:lnTo>
                <a:lnTo>
                  <a:pt x="925654" y="1373015"/>
                </a:lnTo>
                <a:lnTo>
                  <a:pt x="1110785" y="1332721"/>
                </a:lnTo>
                <a:lnTo>
                  <a:pt x="1184837" y="1535875"/>
                </a:lnTo>
                <a:lnTo>
                  <a:pt x="1258889" y="1590738"/>
                </a:lnTo>
                <a:lnTo>
                  <a:pt x="1332942" y="1529892"/>
                </a:lnTo>
                <a:lnTo>
                  <a:pt x="1406994" y="1401233"/>
                </a:lnTo>
                <a:lnTo>
                  <a:pt x="1481046" y="1296324"/>
                </a:lnTo>
                <a:lnTo>
                  <a:pt x="1555099" y="1139697"/>
                </a:lnTo>
                <a:lnTo>
                  <a:pt x="1629151" y="1059165"/>
                </a:lnTo>
                <a:lnTo>
                  <a:pt x="1703203" y="867818"/>
                </a:lnTo>
                <a:lnTo>
                  <a:pt x="1777256" y="754525"/>
                </a:lnTo>
                <a:lnTo>
                  <a:pt x="1851308" y="604997"/>
                </a:lnTo>
                <a:lnTo>
                  <a:pt x="2221569" y="451145"/>
                </a:lnTo>
                <a:lnTo>
                  <a:pt x="2591831" y="255115"/>
                </a:lnTo>
                <a:lnTo>
                  <a:pt x="2962093" y="41520"/>
                </a:lnTo>
                <a:lnTo>
                  <a:pt x="3332354" y="0"/>
                </a:lnTo>
                <a:lnTo>
                  <a:pt x="3702616" y="207342"/>
                </a:lnTo>
              </a:path>
            </a:pathLst>
          </a:custGeom>
          <a:noFill/>
          <a:ln w="22860">
            <a:solidFill>
              <a:srgbClr val="C8102E"/>
            </a:solidFill>
            <a:round/>
          </a:ln>
        </p:spPr>
        <p:txBody>
          <a:bodyPr rtlCol="0" anchor="ctr"/>
          <a:lstStyle/>
          <a:p>
            <a:pPr algn="ctr"/>
          </a:p>
        </p:txBody>
      </p:sp>
      <p:sp>
        <p:nvSpPr>
          <p:cNvPr id="59" name="!!body_d_m"/>
          <p:cNvSpPr/>
          <p:nvPr/>
        </p:nvSpPr>
        <p:spPr>
          <a:xfrm>
            <a:off x="2823367" y="3094906"/>
            <a:ext cx="3681394" cy="1454484"/>
          </a:xfrm>
          <a:custGeom>
            <a:avLst/>
            <a:gdLst/>
            <a:ahLst/>
            <a:cxnLst/>
            <a:rect l="l" t="t" r="r" b="b"/>
            <a:pathLst>
              <a:path w="3681394" h="1454484">
                <a:moveTo>
                  <a:pt x="0" y="1454484"/>
                </a:moveTo>
                <a:lnTo>
                  <a:pt x="163909" y="1402575"/>
                </a:lnTo>
                <a:lnTo>
                  <a:pt x="349040" y="1342878"/>
                </a:lnTo>
                <a:lnTo>
                  <a:pt x="534170" y="1197800"/>
                </a:lnTo>
                <a:lnTo>
                  <a:pt x="719301" y="1115653"/>
                </a:lnTo>
                <a:lnTo>
                  <a:pt x="904432" y="1156895"/>
                </a:lnTo>
                <a:lnTo>
                  <a:pt x="1089563" y="1077693"/>
                </a:lnTo>
                <a:lnTo>
                  <a:pt x="1163615" y="934836"/>
                </a:lnTo>
                <a:lnTo>
                  <a:pt x="1237667" y="767623"/>
                </a:lnTo>
                <a:lnTo>
                  <a:pt x="1311720" y="639951"/>
                </a:lnTo>
                <a:lnTo>
                  <a:pt x="1385772" y="533634"/>
                </a:lnTo>
                <a:lnTo>
                  <a:pt x="1459824" y="413814"/>
                </a:lnTo>
                <a:lnTo>
                  <a:pt x="1533877" y="311345"/>
                </a:lnTo>
                <a:lnTo>
                  <a:pt x="1607929" y="199094"/>
                </a:lnTo>
                <a:lnTo>
                  <a:pt x="1681981" y="140740"/>
                </a:lnTo>
                <a:lnTo>
                  <a:pt x="1756034" y="140191"/>
                </a:lnTo>
                <a:lnTo>
                  <a:pt x="1830086" y="138986"/>
                </a:lnTo>
                <a:lnTo>
                  <a:pt x="2200347" y="71364"/>
                </a:lnTo>
                <a:lnTo>
                  <a:pt x="2570609" y="13916"/>
                </a:lnTo>
                <a:lnTo>
                  <a:pt x="2940871" y="0"/>
                </a:lnTo>
                <a:lnTo>
                  <a:pt x="3311132" y="14510"/>
                </a:lnTo>
                <a:lnTo>
                  <a:pt x="3681394" y="189341"/>
                </a:lnTo>
              </a:path>
            </a:pathLst>
          </a:custGeom>
          <a:noFill/>
          <a:ln w="22860">
            <a:solidFill>
              <a:srgbClr val="1F5FA8"/>
            </a:solidFill>
            <a:prstDash val="dash"/>
            <a:round/>
          </a:ln>
        </p:spPr>
        <p:txBody>
          <a:bodyPr rtlCol="0" anchor="ctr"/>
          <a:lstStyle/>
          <a:p>
            <a:pPr algn="ctr"/>
          </a:p>
        </p:txBody>
      </p:sp>
      <p:sp>
        <p:nvSpPr>
          <p:cNvPr id="60" name="!!body_d_f"/>
          <p:cNvSpPr/>
          <p:nvPr/>
        </p:nvSpPr>
        <p:spPr>
          <a:xfrm>
            <a:off x="3349594" y="3414221"/>
            <a:ext cx="3155167" cy="1135169"/>
          </a:xfrm>
          <a:custGeom>
            <a:avLst/>
            <a:gdLst/>
            <a:ahLst/>
            <a:cxnLst/>
            <a:rect l="l" t="t" r="r" b="b"/>
            <a:pathLst>
              <a:path w="3155167" h="1135169">
                <a:moveTo>
                  <a:pt x="0" y="1135169"/>
                </a:moveTo>
                <a:lnTo>
                  <a:pt x="7943" y="1132197"/>
                </a:lnTo>
                <a:lnTo>
                  <a:pt x="193074" y="1041732"/>
                </a:lnTo>
                <a:lnTo>
                  <a:pt x="378205" y="1113267"/>
                </a:lnTo>
                <a:lnTo>
                  <a:pt x="563336" y="939125"/>
                </a:lnTo>
                <a:lnTo>
                  <a:pt x="637388" y="834794"/>
                </a:lnTo>
                <a:lnTo>
                  <a:pt x="711440" y="738782"/>
                </a:lnTo>
                <a:lnTo>
                  <a:pt x="785493" y="618727"/>
                </a:lnTo>
                <a:lnTo>
                  <a:pt x="859545" y="523800"/>
                </a:lnTo>
                <a:lnTo>
                  <a:pt x="933597" y="409353"/>
                </a:lnTo>
                <a:lnTo>
                  <a:pt x="1007650" y="318507"/>
                </a:lnTo>
                <a:lnTo>
                  <a:pt x="1081702" y="267596"/>
                </a:lnTo>
                <a:lnTo>
                  <a:pt x="1155754" y="207391"/>
                </a:lnTo>
                <a:lnTo>
                  <a:pt x="1229807" y="200250"/>
                </a:lnTo>
                <a:lnTo>
                  <a:pt x="1303859" y="215546"/>
                </a:lnTo>
                <a:lnTo>
                  <a:pt x="1674120" y="151283"/>
                </a:lnTo>
                <a:lnTo>
                  <a:pt x="2044382" y="87284"/>
                </a:lnTo>
                <a:lnTo>
                  <a:pt x="2414644" y="0"/>
                </a:lnTo>
                <a:lnTo>
                  <a:pt x="2784905" y="35351"/>
                </a:lnTo>
                <a:lnTo>
                  <a:pt x="3155167" y="139112"/>
                </a:lnTo>
              </a:path>
            </a:pathLst>
          </a:custGeom>
          <a:noFill/>
          <a:ln w="22860">
            <a:solidFill>
              <a:srgbClr val="C8102E"/>
            </a:solidFill>
            <a:prstDash val="dash"/>
            <a:round/>
          </a:ln>
        </p:spPr>
        <p:txBody>
          <a:bodyPr rtlCol="0" anchor="ctr"/>
          <a:lstStyle/>
          <a:p>
            <a:pPr algn="ctr"/>
          </a:p>
        </p:txBody>
      </p:sp>
      <p:sp>
        <p:nvSpPr>
          <p:cNvPr id="61" name="!!canal_rw"/>
          <p:cNvSpPr/>
          <p:nvPr/>
        </p:nvSpPr>
        <p:spPr>
          <a:xfrm>
            <a:off x="7425330" y="1926747"/>
            <a:ext cx="3812863" cy="1585829"/>
          </a:xfrm>
          <a:custGeom>
            <a:avLst/>
            <a:gdLst/>
            <a:ahLst/>
            <a:cxnLst/>
            <a:rect l="l" t="t" r="r" b="b"/>
            <a:pathLst>
              <a:path w="3812863" h="1585829">
                <a:moveTo>
                  <a:pt x="0" y="408233"/>
                </a:moveTo>
                <a:lnTo>
                  <a:pt x="293297" y="659453"/>
                </a:lnTo>
                <a:lnTo>
                  <a:pt x="586594" y="376830"/>
                </a:lnTo>
                <a:lnTo>
                  <a:pt x="879891" y="345428"/>
                </a:lnTo>
                <a:lnTo>
                  <a:pt x="1173188" y="204116"/>
                </a:lnTo>
                <a:lnTo>
                  <a:pt x="1466486" y="408233"/>
                </a:lnTo>
                <a:lnTo>
                  <a:pt x="1613134" y="832168"/>
                </a:lnTo>
                <a:lnTo>
                  <a:pt x="1759783" y="1193297"/>
                </a:lnTo>
                <a:lnTo>
                  <a:pt x="1818442" y="1381712"/>
                </a:lnTo>
                <a:lnTo>
                  <a:pt x="1877102" y="1585829"/>
                </a:lnTo>
                <a:lnTo>
                  <a:pt x="1935761" y="1570128"/>
                </a:lnTo>
                <a:lnTo>
                  <a:pt x="1994421" y="1538725"/>
                </a:lnTo>
                <a:lnTo>
                  <a:pt x="2053080" y="1538725"/>
                </a:lnTo>
                <a:lnTo>
                  <a:pt x="2111739" y="1475920"/>
                </a:lnTo>
                <a:lnTo>
                  <a:pt x="2170399" y="1444518"/>
                </a:lnTo>
                <a:lnTo>
                  <a:pt x="2229058" y="1397414"/>
                </a:lnTo>
                <a:lnTo>
                  <a:pt x="2287718" y="1208998"/>
                </a:lnTo>
                <a:lnTo>
                  <a:pt x="2346377" y="769362"/>
                </a:lnTo>
                <a:lnTo>
                  <a:pt x="2639674" y="533843"/>
                </a:lnTo>
                <a:lnTo>
                  <a:pt x="2932972" y="518142"/>
                </a:lnTo>
                <a:lnTo>
                  <a:pt x="3226269" y="439635"/>
                </a:lnTo>
                <a:lnTo>
                  <a:pt x="3519566" y="266921"/>
                </a:lnTo>
                <a:lnTo>
                  <a:pt x="3812863" y="0"/>
                </a:lnTo>
              </a:path>
            </a:pathLst>
          </a:custGeom>
          <a:noFill/>
          <a:ln w="11430">
            <a:solidFill>
              <a:srgbClr val="5A5A5A"/>
            </a:solidFill>
            <a:prstDash val="sysDot"/>
            <a:round/>
          </a:ln>
        </p:spPr>
        <p:txBody>
          <a:bodyPr rtlCol="0" anchor="ctr"/>
          <a:lstStyle/>
          <a:p>
            <a:pPr algn="ctr"/>
          </a:p>
        </p:txBody>
      </p:sp>
      <p:sp>
        <p:nvSpPr>
          <p:cNvPr id="62" name="!!canal_rw_C2"/>
          <p:cNvSpPr/>
          <p:nvPr/>
        </p:nvSpPr>
        <p:spPr>
          <a:xfrm>
            <a:off x="7403740" y="2313390"/>
            <a:ext cx="43180" cy="43180"/>
          </a:xfrm>
          <a:prstGeom prst="diamond">
            <a:avLst/>
          </a:prstGeom>
          <a:solidFill>
            <a:srgbClr val="5A5A5A"/>
          </a:solidFill>
          <a:ln>
            <a:noFill/>
          </a:ln>
        </p:spPr>
        <p:txBody>
          <a:bodyPr rtlCol="0" anchor="ctr"/>
          <a:lstStyle/>
          <a:p>
            <a:pPr algn="ctr"/>
          </a:p>
        </p:txBody>
      </p:sp>
      <p:sp>
        <p:nvSpPr>
          <p:cNvPr id="63" name="!!canal_rw_C3"/>
          <p:cNvSpPr/>
          <p:nvPr/>
        </p:nvSpPr>
        <p:spPr>
          <a:xfrm>
            <a:off x="7697037" y="2564610"/>
            <a:ext cx="43180" cy="43180"/>
          </a:xfrm>
          <a:prstGeom prst="diamond">
            <a:avLst/>
          </a:prstGeom>
          <a:solidFill>
            <a:srgbClr val="5A5A5A"/>
          </a:solidFill>
          <a:ln>
            <a:noFill/>
          </a:ln>
        </p:spPr>
        <p:txBody>
          <a:bodyPr rtlCol="0" anchor="ctr"/>
          <a:lstStyle/>
          <a:p>
            <a:pPr algn="ctr"/>
          </a:p>
        </p:txBody>
      </p:sp>
      <p:sp>
        <p:nvSpPr>
          <p:cNvPr id="64" name="!!canal_rw_C4"/>
          <p:cNvSpPr/>
          <p:nvPr/>
        </p:nvSpPr>
        <p:spPr>
          <a:xfrm>
            <a:off x="7990334" y="2281987"/>
            <a:ext cx="43180" cy="43180"/>
          </a:xfrm>
          <a:prstGeom prst="diamond">
            <a:avLst/>
          </a:prstGeom>
          <a:solidFill>
            <a:srgbClr val="5A5A5A"/>
          </a:solidFill>
          <a:ln>
            <a:noFill/>
          </a:ln>
        </p:spPr>
        <p:txBody>
          <a:bodyPr rtlCol="0" anchor="ctr"/>
          <a:lstStyle/>
          <a:p>
            <a:pPr algn="ctr"/>
          </a:p>
        </p:txBody>
      </p:sp>
      <p:sp>
        <p:nvSpPr>
          <p:cNvPr id="65" name="!!canal_rw_C5"/>
          <p:cNvSpPr/>
          <p:nvPr/>
        </p:nvSpPr>
        <p:spPr>
          <a:xfrm>
            <a:off x="8283631" y="2250585"/>
            <a:ext cx="43180" cy="43180"/>
          </a:xfrm>
          <a:prstGeom prst="diamond">
            <a:avLst/>
          </a:prstGeom>
          <a:solidFill>
            <a:srgbClr val="5A5A5A"/>
          </a:solidFill>
          <a:ln>
            <a:noFill/>
          </a:ln>
        </p:spPr>
        <p:txBody>
          <a:bodyPr rtlCol="0" anchor="ctr"/>
          <a:lstStyle/>
          <a:p>
            <a:pPr algn="ctr"/>
          </a:p>
        </p:txBody>
      </p:sp>
      <p:sp>
        <p:nvSpPr>
          <p:cNvPr id="66" name="!!canal_rw_C6"/>
          <p:cNvSpPr/>
          <p:nvPr/>
        </p:nvSpPr>
        <p:spPr>
          <a:xfrm>
            <a:off x="8576928" y="2109273"/>
            <a:ext cx="43180" cy="43180"/>
          </a:xfrm>
          <a:prstGeom prst="diamond">
            <a:avLst/>
          </a:prstGeom>
          <a:solidFill>
            <a:srgbClr val="5A5A5A"/>
          </a:solidFill>
          <a:ln>
            <a:noFill/>
          </a:ln>
        </p:spPr>
        <p:txBody>
          <a:bodyPr rtlCol="0" anchor="ctr"/>
          <a:lstStyle/>
          <a:p>
            <a:pPr algn="ctr"/>
          </a:p>
        </p:txBody>
      </p:sp>
      <p:sp>
        <p:nvSpPr>
          <p:cNvPr id="67" name="!!canal_rw_C7"/>
          <p:cNvSpPr/>
          <p:nvPr/>
        </p:nvSpPr>
        <p:spPr>
          <a:xfrm>
            <a:off x="8870226" y="2313390"/>
            <a:ext cx="43180" cy="43180"/>
          </a:xfrm>
          <a:prstGeom prst="diamond">
            <a:avLst/>
          </a:prstGeom>
          <a:solidFill>
            <a:srgbClr val="5A5A5A"/>
          </a:solidFill>
          <a:ln>
            <a:noFill/>
          </a:ln>
        </p:spPr>
        <p:txBody>
          <a:bodyPr rtlCol="0" anchor="ctr"/>
          <a:lstStyle/>
          <a:p>
            <a:pPr algn="ctr"/>
          </a:p>
        </p:txBody>
      </p:sp>
      <p:sp>
        <p:nvSpPr>
          <p:cNvPr id="68" name="!!canal_rw_T1"/>
          <p:cNvSpPr/>
          <p:nvPr/>
        </p:nvSpPr>
        <p:spPr>
          <a:xfrm>
            <a:off x="9016874" y="2737325"/>
            <a:ext cx="43180" cy="43180"/>
          </a:xfrm>
          <a:prstGeom prst="diamond">
            <a:avLst/>
          </a:prstGeom>
          <a:solidFill>
            <a:srgbClr val="5A5A5A"/>
          </a:solidFill>
          <a:ln>
            <a:noFill/>
          </a:ln>
        </p:spPr>
        <p:txBody>
          <a:bodyPr rtlCol="0" anchor="ctr"/>
          <a:lstStyle/>
          <a:p>
            <a:pPr algn="ctr"/>
          </a:p>
        </p:txBody>
      </p:sp>
      <p:sp>
        <p:nvSpPr>
          <p:cNvPr id="69" name="!!canal_rw_T2"/>
          <p:cNvSpPr/>
          <p:nvPr/>
        </p:nvSpPr>
        <p:spPr>
          <a:xfrm>
            <a:off x="9163523" y="3098454"/>
            <a:ext cx="43180" cy="43180"/>
          </a:xfrm>
          <a:prstGeom prst="diamond">
            <a:avLst/>
          </a:prstGeom>
          <a:solidFill>
            <a:srgbClr val="5A5A5A"/>
          </a:solidFill>
          <a:ln>
            <a:noFill/>
          </a:ln>
        </p:spPr>
        <p:txBody>
          <a:bodyPr rtlCol="0" anchor="ctr"/>
          <a:lstStyle/>
          <a:p>
            <a:pPr algn="ctr"/>
          </a:p>
        </p:txBody>
      </p:sp>
      <p:sp>
        <p:nvSpPr>
          <p:cNvPr id="70" name="!!canal_rw_T3"/>
          <p:cNvSpPr/>
          <p:nvPr/>
        </p:nvSpPr>
        <p:spPr>
          <a:xfrm>
            <a:off x="9222182" y="3286869"/>
            <a:ext cx="43180" cy="43180"/>
          </a:xfrm>
          <a:prstGeom prst="diamond">
            <a:avLst/>
          </a:prstGeom>
          <a:solidFill>
            <a:srgbClr val="5A5A5A"/>
          </a:solidFill>
          <a:ln>
            <a:noFill/>
          </a:ln>
        </p:spPr>
        <p:txBody>
          <a:bodyPr rtlCol="0" anchor="ctr"/>
          <a:lstStyle/>
          <a:p>
            <a:pPr algn="ctr"/>
          </a:p>
        </p:txBody>
      </p:sp>
      <p:sp>
        <p:nvSpPr>
          <p:cNvPr id="71" name="!!canal_rw_T4"/>
          <p:cNvSpPr/>
          <p:nvPr/>
        </p:nvSpPr>
        <p:spPr>
          <a:xfrm>
            <a:off x="9280842" y="3490986"/>
            <a:ext cx="43180" cy="43180"/>
          </a:xfrm>
          <a:prstGeom prst="diamond">
            <a:avLst/>
          </a:prstGeom>
          <a:solidFill>
            <a:srgbClr val="5A5A5A"/>
          </a:solidFill>
          <a:ln>
            <a:noFill/>
          </a:ln>
        </p:spPr>
        <p:txBody>
          <a:bodyPr rtlCol="0" anchor="ctr"/>
          <a:lstStyle/>
          <a:p>
            <a:pPr algn="ctr"/>
          </a:p>
        </p:txBody>
      </p:sp>
      <p:sp>
        <p:nvSpPr>
          <p:cNvPr id="72" name="!!canal_rw_T5"/>
          <p:cNvSpPr/>
          <p:nvPr/>
        </p:nvSpPr>
        <p:spPr>
          <a:xfrm>
            <a:off x="9339501" y="3475285"/>
            <a:ext cx="43180" cy="43180"/>
          </a:xfrm>
          <a:prstGeom prst="diamond">
            <a:avLst/>
          </a:prstGeom>
          <a:solidFill>
            <a:srgbClr val="5A5A5A"/>
          </a:solidFill>
          <a:ln>
            <a:noFill/>
          </a:ln>
        </p:spPr>
        <p:txBody>
          <a:bodyPr rtlCol="0" anchor="ctr"/>
          <a:lstStyle/>
          <a:p>
            <a:pPr algn="ctr"/>
          </a:p>
        </p:txBody>
      </p:sp>
      <p:sp>
        <p:nvSpPr>
          <p:cNvPr id="73" name="!!canal_rw_T6"/>
          <p:cNvSpPr/>
          <p:nvPr/>
        </p:nvSpPr>
        <p:spPr>
          <a:xfrm>
            <a:off x="9398161" y="3443882"/>
            <a:ext cx="43180" cy="43180"/>
          </a:xfrm>
          <a:prstGeom prst="diamond">
            <a:avLst/>
          </a:prstGeom>
          <a:solidFill>
            <a:srgbClr val="5A5A5A"/>
          </a:solidFill>
          <a:ln>
            <a:noFill/>
          </a:ln>
        </p:spPr>
        <p:txBody>
          <a:bodyPr rtlCol="0" anchor="ctr"/>
          <a:lstStyle/>
          <a:p>
            <a:pPr algn="ctr"/>
          </a:p>
        </p:txBody>
      </p:sp>
      <p:sp>
        <p:nvSpPr>
          <p:cNvPr id="74" name="!!canal_rw_T7"/>
          <p:cNvSpPr/>
          <p:nvPr/>
        </p:nvSpPr>
        <p:spPr>
          <a:xfrm>
            <a:off x="9456820" y="3443882"/>
            <a:ext cx="43180" cy="43180"/>
          </a:xfrm>
          <a:prstGeom prst="diamond">
            <a:avLst/>
          </a:prstGeom>
          <a:solidFill>
            <a:srgbClr val="5A5A5A"/>
          </a:solidFill>
          <a:ln>
            <a:noFill/>
          </a:ln>
        </p:spPr>
        <p:txBody>
          <a:bodyPr rtlCol="0" anchor="ctr"/>
          <a:lstStyle/>
          <a:p>
            <a:pPr algn="ctr"/>
          </a:p>
        </p:txBody>
      </p:sp>
      <p:sp>
        <p:nvSpPr>
          <p:cNvPr id="75" name="!!canal_rw_T8"/>
          <p:cNvSpPr/>
          <p:nvPr/>
        </p:nvSpPr>
        <p:spPr>
          <a:xfrm>
            <a:off x="9515479" y="3381077"/>
            <a:ext cx="43180" cy="43180"/>
          </a:xfrm>
          <a:prstGeom prst="diamond">
            <a:avLst/>
          </a:prstGeom>
          <a:solidFill>
            <a:srgbClr val="5A5A5A"/>
          </a:solidFill>
          <a:ln>
            <a:noFill/>
          </a:ln>
        </p:spPr>
        <p:txBody>
          <a:bodyPr rtlCol="0" anchor="ctr"/>
          <a:lstStyle/>
          <a:p>
            <a:pPr algn="ctr"/>
          </a:p>
        </p:txBody>
      </p:sp>
      <p:sp>
        <p:nvSpPr>
          <p:cNvPr id="76" name="!!canal_rw_T9"/>
          <p:cNvSpPr/>
          <p:nvPr/>
        </p:nvSpPr>
        <p:spPr>
          <a:xfrm>
            <a:off x="9574139" y="3349675"/>
            <a:ext cx="43180" cy="43180"/>
          </a:xfrm>
          <a:prstGeom prst="diamond">
            <a:avLst/>
          </a:prstGeom>
          <a:solidFill>
            <a:srgbClr val="5A5A5A"/>
          </a:solidFill>
          <a:ln>
            <a:noFill/>
          </a:ln>
        </p:spPr>
        <p:txBody>
          <a:bodyPr rtlCol="0" anchor="ctr"/>
          <a:lstStyle/>
          <a:p>
            <a:pPr algn="ctr"/>
          </a:p>
        </p:txBody>
      </p:sp>
      <p:sp>
        <p:nvSpPr>
          <p:cNvPr id="77" name="!!canal_rw_T10"/>
          <p:cNvSpPr/>
          <p:nvPr/>
        </p:nvSpPr>
        <p:spPr>
          <a:xfrm>
            <a:off x="9632798" y="3302571"/>
            <a:ext cx="43180" cy="43180"/>
          </a:xfrm>
          <a:prstGeom prst="diamond">
            <a:avLst/>
          </a:prstGeom>
          <a:solidFill>
            <a:srgbClr val="5A5A5A"/>
          </a:solidFill>
          <a:ln>
            <a:noFill/>
          </a:ln>
        </p:spPr>
        <p:txBody>
          <a:bodyPr rtlCol="0" anchor="ctr"/>
          <a:lstStyle/>
          <a:p>
            <a:pPr algn="ctr"/>
          </a:p>
        </p:txBody>
      </p:sp>
      <p:sp>
        <p:nvSpPr>
          <p:cNvPr id="78" name="!!canal_rw_T11"/>
          <p:cNvSpPr/>
          <p:nvPr/>
        </p:nvSpPr>
        <p:spPr>
          <a:xfrm>
            <a:off x="9691458" y="3114155"/>
            <a:ext cx="43180" cy="43180"/>
          </a:xfrm>
          <a:prstGeom prst="diamond">
            <a:avLst/>
          </a:prstGeom>
          <a:solidFill>
            <a:srgbClr val="5A5A5A"/>
          </a:solidFill>
          <a:ln>
            <a:noFill/>
          </a:ln>
        </p:spPr>
        <p:txBody>
          <a:bodyPr rtlCol="0" anchor="ctr"/>
          <a:lstStyle/>
          <a:p>
            <a:pPr algn="ctr"/>
          </a:p>
        </p:txBody>
      </p:sp>
      <p:sp>
        <p:nvSpPr>
          <p:cNvPr id="79" name="!!canal_rw_T12"/>
          <p:cNvSpPr/>
          <p:nvPr/>
        </p:nvSpPr>
        <p:spPr>
          <a:xfrm>
            <a:off x="9750117" y="2674519"/>
            <a:ext cx="43180" cy="43180"/>
          </a:xfrm>
          <a:prstGeom prst="diamond">
            <a:avLst/>
          </a:prstGeom>
          <a:solidFill>
            <a:srgbClr val="5A5A5A"/>
          </a:solidFill>
          <a:ln>
            <a:noFill/>
          </a:ln>
        </p:spPr>
        <p:txBody>
          <a:bodyPr rtlCol="0" anchor="ctr"/>
          <a:lstStyle/>
          <a:p>
            <a:pPr algn="ctr"/>
          </a:p>
        </p:txBody>
      </p:sp>
      <p:sp>
        <p:nvSpPr>
          <p:cNvPr id="80" name="!!canal_rw_L1"/>
          <p:cNvSpPr/>
          <p:nvPr/>
        </p:nvSpPr>
        <p:spPr>
          <a:xfrm>
            <a:off x="10043414" y="2439000"/>
            <a:ext cx="43180" cy="43180"/>
          </a:xfrm>
          <a:prstGeom prst="diamond">
            <a:avLst/>
          </a:prstGeom>
          <a:solidFill>
            <a:srgbClr val="5A5A5A"/>
          </a:solidFill>
          <a:ln>
            <a:noFill/>
          </a:ln>
        </p:spPr>
        <p:txBody>
          <a:bodyPr rtlCol="0" anchor="ctr"/>
          <a:lstStyle/>
          <a:p>
            <a:pPr algn="ctr"/>
          </a:p>
        </p:txBody>
      </p:sp>
      <p:sp>
        <p:nvSpPr>
          <p:cNvPr id="81" name="!!canal_rw_L2"/>
          <p:cNvSpPr/>
          <p:nvPr/>
        </p:nvSpPr>
        <p:spPr>
          <a:xfrm>
            <a:off x="10336712" y="2423299"/>
            <a:ext cx="43180" cy="43180"/>
          </a:xfrm>
          <a:prstGeom prst="diamond">
            <a:avLst/>
          </a:prstGeom>
          <a:solidFill>
            <a:srgbClr val="5A5A5A"/>
          </a:solidFill>
          <a:ln>
            <a:noFill/>
          </a:ln>
        </p:spPr>
        <p:txBody>
          <a:bodyPr rtlCol="0" anchor="ctr"/>
          <a:lstStyle/>
          <a:p>
            <a:pPr algn="ctr"/>
          </a:p>
        </p:txBody>
      </p:sp>
      <p:sp>
        <p:nvSpPr>
          <p:cNvPr id="82" name="!!canal_rw_L3"/>
          <p:cNvSpPr/>
          <p:nvPr/>
        </p:nvSpPr>
        <p:spPr>
          <a:xfrm>
            <a:off x="10630009" y="2344792"/>
            <a:ext cx="43180" cy="43180"/>
          </a:xfrm>
          <a:prstGeom prst="diamond">
            <a:avLst/>
          </a:prstGeom>
          <a:solidFill>
            <a:srgbClr val="5A5A5A"/>
          </a:solidFill>
          <a:ln>
            <a:noFill/>
          </a:ln>
        </p:spPr>
        <p:txBody>
          <a:bodyPr rtlCol="0" anchor="ctr"/>
          <a:lstStyle/>
          <a:p>
            <a:pPr algn="ctr"/>
          </a:p>
        </p:txBody>
      </p:sp>
      <p:sp>
        <p:nvSpPr>
          <p:cNvPr id="83" name="!!canal_rw_L4"/>
          <p:cNvSpPr/>
          <p:nvPr/>
        </p:nvSpPr>
        <p:spPr>
          <a:xfrm>
            <a:off x="10923306" y="2172078"/>
            <a:ext cx="43180" cy="43180"/>
          </a:xfrm>
          <a:prstGeom prst="diamond">
            <a:avLst/>
          </a:prstGeom>
          <a:solidFill>
            <a:srgbClr val="5A5A5A"/>
          </a:solidFill>
          <a:ln>
            <a:noFill/>
          </a:ln>
        </p:spPr>
        <p:txBody>
          <a:bodyPr rtlCol="0" anchor="ctr"/>
          <a:lstStyle/>
          <a:p>
            <a:pPr algn="ctr"/>
          </a:p>
        </p:txBody>
      </p:sp>
      <p:sp>
        <p:nvSpPr>
          <p:cNvPr id="84" name="!!canal_rw_L5"/>
          <p:cNvSpPr/>
          <p:nvPr/>
        </p:nvSpPr>
        <p:spPr>
          <a:xfrm>
            <a:off x="11216603" y="1905157"/>
            <a:ext cx="43180" cy="43180"/>
          </a:xfrm>
          <a:prstGeom prst="diamond">
            <a:avLst/>
          </a:prstGeom>
          <a:solidFill>
            <a:srgbClr val="5A5A5A"/>
          </a:solidFill>
          <a:ln>
            <a:noFill/>
          </a:ln>
        </p:spPr>
        <p:txBody>
          <a:bodyPr rtlCol="0" anchor="ctr"/>
          <a:lstStyle/>
          <a:p>
            <a:pPr algn="ctr"/>
          </a:p>
        </p:txBody>
      </p:sp>
      <p:sp>
        <p:nvSpPr>
          <p:cNvPr id="85" name="!!canal_rd"/>
          <p:cNvSpPr/>
          <p:nvPr/>
        </p:nvSpPr>
        <p:spPr>
          <a:xfrm>
            <a:off x="7425330" y="2884525"/>
            <a:ext cx="3812863" cy="910674"/>
          </a:xfrm>
          <a:custGeom>
            <a:avLst/>
            <a:gdLst/>
            <a:ahLst/>
            <a:cxnLst/>
            <a:rect l="l" t="t" r="r" b="b"/>
            <a:pathLst>
              <a:path w="3812863" h="910674">
                <a:moveTo>
                  <a:pt x="0" y="0"/>
                </a:moveTo>
                <a:lnTo>
                  <a:pt x="293297" y="753661"/>
                </a:lnTo>
                <a:lnTo>
                  <a:pt x="586594" y="518142"/>
                </a:lnTo>
                <a:lnTo>
                  <a:pt x="879891" y="565246"/>
                </a:lnTo>
                <a:lnTo>
                  <a:pt x="1173188" y="455337"/>
                </a:lnTo>
                <a:lnTo>
                  <a:pt x="1466486" y="910674"/>
                </a:lnTo>
                <a:lnTo>
                  <a:pt x="1613134" y="722259"/>
                </a:lnTo>
                <a:lnTo>
                  <a:pt x="1759783" y="894973"/>
                </a:lnTo>
                <a:lnTo>
                  <a:pt x="1818442" y="800765"/>
                </a:lnTo>
                <a:lnTo>
                  <a:pt x="1877102" y="753661"/>
                </a:lnTo>
                <a:lnTo>
                  <a:pt x="1935761" y="737960"/>
                </a:lnTo>
                <a:lnTo>
                  <a:pt x="1994421" y="706557"/>
                </a:lnTo>
                <a:lnTo>
                  <a:pt x="2053080" y="769363"/>
                </a:lnTo>
                <a:lnTo>
                  <a:pt x="2111739" y="800765"/>
                </a:lnTo>
                <a:lnTo>
                  <a:pt x="2170399" y="832168"/>
                </a:lnTo>
                <a:lnTo>
                  <a:pt x="2229058" y="863570"/>
                </a:lnTo>
                <a:lnTo>
                  <a:pt x="2287718" y="785064"/>
                </a:lnTo>
                <a:lnTo>
                  <a:pt x="2346377" y="455337"/>
                </a:lnTo>
                <a:lnTo>
                  <a:pt x="2639674" y="314025"/>
                </a:lnTo>
                <a:lnTo>
                  <a:pt x="2932972" y="439636"/>
                </a:lnTo>
                <a:lnTo>
                  <a:pt x="3226269" y="549545"/>
                </a:lnTo>
                <a:lnTo>
                  <a:pt x="3519566" y="376831"/>
                </a:lnTo>
                <a:lnTo>
                  <a:pt x="3812863" y="204116"/>
                </a:lnTo>
              </a:path>
            </a:pathLst>
          </a:custGeom>
          <a:noFill/>
          <a:ln w="11430">
            <a:solidFill>
              <a:srgbClr val="5A5A5A"/>
            </a:solidFill>
            <a:prstDash val="sysDot"/>
            <a:round/>
          </a:ln>
        </p:spPr>
        <p:txBody>
          <a:bodyPr rtlCol="0" anchor="ctr"/>
          <a:lstStyle/>
          <a:p>
            <a:pPr algn="ctr"/>
          </a:p>
        </p:txBody>
      </p:sp>
      <p:sp>
        <p:nvSpPr>
          <p:cNvPr id="86" name="!!canal_rd_C2"/>
          <p:cNvSpPr/>
          <p:nvPr/>
        </p:nvSpPr>
        <p:spPr>
          <a:xfrm>
            <a:off x="7403740" y="2862935"/>
            <a:ext cx="43180" cy="43180"/>
          </a:xfrm>
          <a:prstGeom prst="diamond">
            <a:avLst/>
          </a:prstGeom>
          <a:solidFill>
            <a:srgbClr val="5A5A5A"/>
          </a:solidFill>
          <a:ln>
            <a:noFill/>
          </a:ln>
        </p:spPr>
        <p:txBody>
          <a:bodyPr rtlCol="0" anchor="ctr"/>
          <a:lstStyle/>
          <a:p>
            <a:pPr algn="ctr"/>
          </a:p>
        </p:txBody>
      </p:sp>
      <p:sp>
        <p:nvSpPr>
          <p:cNvPr id="87" name="!!canal_rd_C3"/>
          <p:cNvSpPr/>
          <p:nvPr/>
        </p:nvSpPr>
        <p:spPr>
          <a:xfrm>
            <a:off x="7697037" y="3616596"/>
            <a:ext cx="43180" cy="43180"/>
          </a:xfrm>
          <a:prstGeom prst="diamond">
            <a:avLst/>
          </a:prstGeom>
          <a:solidFill>
            <a:srgbClr val="5A5A5A"/>
          </a:solidFill>
          <a:ln>
            <a:noFill/>
          </a:ln>
        </p:spPr>
        <p:txBody>
          <a:bodyPr rtlCol="0" anchor="ctr"/>
          <a:lstStyle/>
          <a:p>
            <a:pPr algn="ctr"/>
          </a:p>
        </p:txBody>
      </p:sp>
      <p:sp>
        <p:nvSpPr>
          <p:cNvPr id="88" name="!!canal_rd_C4"/>
          <p:cNvSpPr/>
          <p:nvPr/>
        </p:nvSpPr>
        <p:spPr>
          <a:xfrm>
            <a:off x="7990334" y="3381077"/>
            <a:ext cx="43180" cy="43180"/>
          </a:xfrm>
          <a:prstGeom prst="diamond">
            <a:avLst/>
          </a:prstGeom>
          <a:solidFill>
            <a:srgbClr val="5A5A5A"/>
          </a:solidFill>
          <a:ln>
            <a:noFill/>
          </a:ln>
        </p:spPr>
        <p:txBody>
          <a:bodyPr rtlCol="0" anchor="ctr"/>
          <a:lstStyle/>
          <a:p>
            <a:pPr algn="ctr"/>
          </a:p>
        </p:txBody>
      </p:sp>
      <p:sp>
        <p:nvSpPr>
          <p:cNvPr id="89" name="!!canal_rd_C5"/>
          <p:cNvSpPr/>
          <p:nvPr/>
        </p:nvSpPr>
        <p:spPr>
          <a:xfrm>
            <a:off x="8283631" y="3428181"/>
            <a:ext cx="43180" cy="43180"/>
          </a:xfrm>
          <a:prstGeom prst="diamond">
            <a:avLst/>
          </a:prstGeom>
          <a:solidFill>
            <a:srgbClr val="5A5A5A"/>
          </a:solidFill>
          <a:ln>
            <a:noFill/>
          </a:ln>
        </p:spPr>
        <p:txBody>
          <a:bodyPr rtlCol="0" anchor="ctr"/>
          <a:lstStyle/>
          <a:p>
            <a:pPr algn="ctr"/>
          </a:p>
        </p:txBody>
      </p:sp>
      <p:sp>
        <p:nvSpPr>
          <p:cNvPr id="90" name="!!canal_rd_C6"/>
          <p:cNvSpPr/>
          <p:nvPr/>
        </p:nvSpPr>
        <p:spPr>
          <a:xfrm>
            <a:off x="8576928" y="3318272"/>
            <a:ext cx="43180" cy="43180"/>
          </a:xfrm>
          <a:prstGeom prst="diamond">
            <a:avLst/>
          </a:prstGeom>
          <a:solidFill>
            <a:srgbClr val="5A5A5A"/>
          </a:solidFill>
          <a:ln>
            <a:noFill/>
          </a:ln>
        </p:spPr>
        <p:txBody>
          <a:bodyPr rtlCol="0" anchor="ctr"/>
          <a:lstStyle/>
          <a:p>
            <a:pPr algn="ctr"/>
          </a:p>
        </p:txBody>
      </p:sp>
      <p:sp>
        <p:nvSpPr>
          <p:cNvPr id="91" name="!!canal_rd_C7"/>
          <p:cNvSpPr/>
          <p:nvPr/>
        </p:nvSpPr>
        <p:spPr>
          <a:xfrm>
            <a:off x="8870226" y="3773609"/>
            <a:ext cx="43180" cy="43180"/>
          </a:xfrm>
          <a:prstGeom prst="diamond">
            <a:avLst/>
          </a:prstGeom>
          <a:solidFill>
            <a:srgbClr val="5A5A5A"/>
          </a:solidFill>
          <a:ln>
            <a:noFill/>
          </a:ln>
        </p:spPr>
        <p:txBody>
          <a:bodyPr rtlCol="0" anchor="ctr"/>
          <a:lstStyle/>
          <a:p>
            <a:pPr algn="ctr"/>
          </a:p>
        </p:txBody>
      </p:sp>
      <p:sp>
        <p:nvSpPr>
          <p:cNvPr id="92" name="!!canal_rd_T1"/>
          <p:cNvSpPr/>
          <p:nvPr/>
        </p:nvSpPr>
        <p:spPr>
          <a:xfrm>
            <a:off x="9016874" y="3585194"/>
            <a:ext cx="43180" cy="43180"/>
          </a:xfrm>
          <a:prstGeom prst="diamond">
            <a:avLst/>
          </a:prstGeom>
          <a:solidFill>
            <a:srgbClr val="5A5A5A"/>
          </a:solidFill>
          <a:ln>
            <a:noFill/>
          </a:ln>
        </p:spPr>
        <p:txBody>
          <a:bodyPr rtlCol="0" anchor="ctr"/>
          <a:lstStyle/>
          <a:p>
            <a:pPr algn="ctr"/>
          </a:p>
        </p:txBody>
      </p:sp>
      <p:sp>
        <p:nvSpPr>
          <p:cNvPr id="93" name="!!canal_rd_T2"/>
          <p:cNvSpPr/>
          <p:nvPr/>
        </p:nvSpPr>
        <p:spPr>
          <a:xfrm>
            <a:off x="9163523" y="3757908"/>
            <a:ext cx="43180" cy="43180"/>
          </a:xfrm>
          <a:prstGeom prst="diamond">
            <a:avLst/>
          </a:prstGeom>
          <a:solidFill>
            <a:srgbClr val="5A5A5A"/>
          </a:solidFill>
          <a:ln>
            <a:noFill/>
          </a:ln>
        </p:spPr>
        <p:txBody>
          <a:bodyPr rtlCol="0" anchor="ctr"/>
          <a:lstStyle/>
          <a:p>
            <a:pPr algn="ctr"/>
          </a:p>
        </p:txBody>
      </p:sp>
      <p:sp>
        <p:nvSpPr>
          <p:cNvPr id="94" name="!!canal_rd_T3"/>
          <p:cNvSpPr/>
          <p:nvPr/>
        </p:nvSpPr>
        <p:spPr>
          <a:xfrm>
            <a:off x="9222182" y="3663700"/>
            <a:ext cx="43180" cy="43180"/>
          </a:xfrm>
          <a:prstGeom prst="diamond">
            <a:avLst/>
          </a:prstGeom>
          <a:solidFill>
            <a:srgbClr val="5A5A5A"/>
          </a:solidFill>
          <a:ln>
            <a:noFill/>
          </a:ln>
        </p:spPr>
        <p:txBody>
          <a:bodyPr rtlCol="0" anchor="ctr"/>
          <a:lstStyle/>
          <a:p>
            <a:pPr algn="ctr"/>
          </a:p>
        </p:txBody>
      </p:sp>
      <p:sp>
        <p:nvSpPr>
          <p:cNvPr id="95" name="!!canal_rd_T4"/>
          <p:cNvSpPr/>
          <p:nvPr/>
        </p:nvSpPr>
        <p:spPr>
          <a:xfrm>
            <a:off x="9280842" y="3616596"/>
            <a:ext cx="43180" cy="43180"/>
          </a:xfrm>
          <a:prstGeom prst="diamond">
            <a:avLst/>
          </a:prstGeom>
          <a:solidFill>
            <a:srgbClr val="5A5A5A"/>
          </a:solidFill>
          <a:ln>
            <a:noFill/>
          </a:ln>
        </p:spPr>
        <p:txBody>
          <a:bodyPr rtlCol="0" anchor="ctr"/>
          <a:lstStyle/>
          <a:p>
            <a:pPr algn="ctr"/>
          </a:p>
        </p:txBody>
      </p:sp>
      <p:sp>
        <p:nvSpPr>
          <p:cNvPr id="96" name="!!canal_rd_T5"/>
          <p:cNvSpPr/>
          <p:nvPr/>
        </p:nvSpPr>
        <p:spPr>
          <a:xfrm>
            <a:off x="9339501" y="3600895"/>
            <a:ext cx="43180" cy="43180"/>
          </a:xfrm>
          <a:prstGeom prst="diamond">
            <a:avLst/>
          </a:prstGeom>
          <a:solidFill>
            <a:srgbClr val="5A5A5A"/>
          </a:solidFill>
          <a:ln>
            <a:noFill/>
          </a:ln>
        </p:spPr>
        <p:txBody>
          <a:bodyPr rtlCol="0" anchor="ctr"/>
          <a:lstStyle/>
          <a:p>
            <a:pPr algn="ctr"/>
          </a:p>
        </p:txBody>
      </p:sp>
      <p:sp>
        <p:nvSpPr>
          <p:cNvPr id="97" name="!!canal_rd_T6"/>
          <p:cNvSpPr/>
          <p:nvPr/>
        </p:nvSpPr>
        <p:spPr>
          <a:xfrm>
            <a:off x="9398161" y="3569492"/>
            <a:ext cx="43180" cy="43180"/>
          </a:xfrm>
          <a:prstGeom prst="diamond">
            <a:avLst/>
          </a:prstGeom>
          <a:solidFill>
            <a:srgbClr val="5A5A5A"/>
          </a:solidFill>
          <a:ln>
            <a:noFill/>
          </a:ln>
        </p:spPr>
        <p:txBody>
          <a:bodyPr rtlCol="0" anchor="ctr"/>
          <a:lstStyle/>
          <a:p>
            <a:pPr algn="ctr"/>
          </a:p>
        </p:txBody>
      </p:sp>
      <p:sp>
        <p:nvSpPr>
          <p:cNvPr id="98" name="!!canal_rd_T7"/>
          <p:cNvSpPr/>
          <p:nvPr/>
        </p:nvSpPr>
        <p:spPr>
          <a:xfrm>
            <a:off x="9456820" y="3632298"/>
            <a:ext cx="43180" cy="43180"/>
          </a:xfrm>
          <a:prstGeom prst="diamond">
            <a:avLst/>
          </a:prstGeom>
          <a:solidFill>
            <a:srgbClr val="5A5A5A"/>
          </a:solidFill>
          <a:ln>
            <a:noFill/>
          </a:ln>
        </p:spPr>
        <p:txBody>
          <a:bodyPr rtlCol="0" anchor="ctr"/>
          <a:lstStyle/>
          <a:p>
            <a:pPr algn="ctr"/>
          </a:p>
        </p:txBody>
      </p:sp>
      <p:sp>
        <p:nvSpPr>
          <p:cNvPr id="99" name="!!canal_rd_T8"/>
          <p:cNvSpPr/>
          <p:nvPr/>
        </p:nvSpPr>
        <p:spPr>
          <a:xfrm>
            <a:off x="9515479" y="3663700"/>
            <a:ext cx="43180" cy="43180"/>
          </a:xfrm>
          <a:prstGeom prst="diamond">
            <a:avLst/>
          </a:prstGeom>
          <a:solidFill>
            <a:srgbClr val="5A5A5A"/>
          </a:solidFill>
          <a:ln>
            <a:noFill/>
          </a:ln>
        </p:spPr>
        <p:txBody>
          <a:bodyPr rtlCol="0" anchor="ctr"/>
          <a:lstStyle/>
          <a:p>
            <a:pPr algn="ctr"/>
          </a:p>
        </p:txBody>
      </p:sp>
      <p:sp>
        <p:nvSpPr>
          <p:cNvPr id="100" name="!!canal_rd_T9"/>
          <p:cNvSpPr/>
          <p:nvPr/>
        </p:nvSpPr>
        <p:spPr>
          <a:xfrm>
            <a:off x="9574139" y="3695103"/>
            <a:ext cx="43180" cy="43180"/>
          </a:xfrm>
          <a:prstGeom prst="diamond">
            <a:avLst/>
          </a:prstGeom>
          <a:solidFill>
            <a:srgbClr val="5A5A5A"/>
          </a:solidFill>
          <a:ln>
            <a:noFill/>
          </a:ln>
        </p:spPr>
        <p:txBody>
          <a:bodyPr rtlCol="0" anchor="ctr"/>
          <a:lstStyle/>
          <a:p>
            <a:pPr algn="ctr"/>
          </a:p>
        </p:txBody>
      </p:sp>
      <p:sp>
        <p:nvSpPr>
          <p:cNvPr id="101" name="!!canal_rd_T10"/>
          <p:cNvSpPr/>
          <p:nvPr/>
        </p:nvSpPr>
        <p:spPr>
          <a:xfrm>
            <a:off x="9632798" y="3726505"/>
            <a:ext cx="43180" cy="43180"/>
          </a:xfrm>
          <a:prstGeom prst="diamond">
            <a:avLst/>
          </a:prstGeom>
          <a:solidFill>
            <a:srgbClr val="5A5A5A"/>
          </a:solidFill>
          <a:ln>
            <a:noFill/>
          </a:ln>
        </p:spPr>
        <p:txBody>
          <a:bodyPr rtlCol="0" anchor="ctr"/>
          <a:lstStyle/>
          <a:p>
            <a:pPr algn="ctr"/>
          </a:p>
        </p:txBody>
      </p:sp>
      <p:sp>
        <p:nvSpPr>
          <p:cNvPr id="102" name="!!canal_rd_T11"/>
          <p:cNvSpPr/>
          <p:nvPr/>
        </p:nvSpPr>
        <p:spPr>
          <a:xfrm>
            <a:off x="9691458" y="3647999"/>
            <a:ext cx="43180" cy="43180"/>
          </a:xfrm>
          <a:prstGeom prst="diamond">
            <a:avLst/>
          </a:prstGeom>
          <a:solidFill>
            <a:srgbClr val="5A5A5A"/>
          </a:solidFill>
          <a:ln>
            <a:noFill/>
          </a:ln>
        </p:spPr>
        <p:txBody>
          <a:bodyPr rtlCol="0" anchor="ctr"/>
          <a:lstStyle/>
          <a:p>
            <a:pPr algn="ctr"/>
          </a:p>
        </p:txBody>
      </p:sp>
      <p:sp>
        <p:nvSpPr>
          <p:cNvPr id="103" name="!!canal_rd_T12"/>
          <p:cNvSpPr/>
          <p:nvPr/>
        </p:nvSpPr>
        <p:spPr>
          <a:xfrm>
            <a:off x="9750117" y="3318272"/>
            <a:ext cx="43180" cy="43180"/>
          </a:xfrm>
          <a:prstGeom prst="diamond">
            <a:avLst/>
          </a:prstGeom>
          <a:solidFill>
            <a:srgbClr val="5A5A5A"/>
          </a:solidFill>
          <a:ln>
            <a:noFill/>
          </a:ln>
        </p:spPr>
        <p:txBody>
          <a:bodyPr rtlCol="0" anchor="ctr"/>
          <a:lstStyle/>
          <a:p>
            <a:pPr algn="ctr"/>
          </a:p>
        </p:txBody>
      </p:sp>
      <p:sp>
        <p:nvSpPr>
          <p:cNvPr id="104" name="!!canal_rd_L1"/>
          <p:cNvSpPr/>
          <p:nvPr/>
        </p:nvSpPr>
        <p:spPr>
          <a:xfrm>
            <a:off x="10043414" y="3176960"/>
            <a:ext cx="43180" cy="43180"/>
          </a:xfrm>
          <a:prstGeom prst="diamond">
            <a:avLst/>
          </a:prstGeom>
          <a:solidFill>
            <a:srgbClr val="5A5A5A"/>
          </a:solidFill>
          <a:ln>
            <a:noFill/>
          </a:ln>
        </p:spPr>
        <p:txBody>
          <a:bodyPr rtlCol="0" anchor="ctr"/>
          <a:lstStyle/>
          <a:p>
            <a:pPr algn="ctr"/>
          </a:p>
        </p:txBody>
      </p:sp>
      <p:sp>
        <p:nvSpPr>
          <p:cNvPr id="105" name="!!canal_rd_L2"/>
          <p:cNvSpPr/>
          <p:nvPr/>
        </p:nvSpPr>
        <p:spPr>
          <a:xfrm>
            <a:off x="10336712" y="3302571"/>
            <a:ext cx="43180" cy="43180"/>
          </a:xfrm>
          <a:prstGeom prst="diamond">
            <a:avLst/>
          </a:prstGeom>
          <a:solidFill>
            <a:srgbClr val="5A5A5A"/>
          </a:solidFill>
          <a:ln>
            <a:noFill/>
          </a:ln>
        </p:spPr>
        <p:txBody>
          <a:bodyPr rtlCol="0" anchor="ctr"/>
          <a:lstStyle/>
          <a:p>
            <a:pPr algn="ctr"/>
          </a:p>
        </p:txBody>
      </p:sp>
      <p:sp>
        <p:nvSpPr>
          <p:cNvPr id="106" name="!!canal_rd_L3"/>
          <p:cNvSpPr/>
          <p:nvPr/>
        </p:nvSpPr>
        <p:spPr>
          <a:xfrm>
            <a:off x="10630009" y="3412480"/>
            <a:ext cx="43180" cy="43180"/>
          </a:xfrm>
          <a:prstGeom prst="diamond">
            <a:avLst/>
          </a:prstGeom>
          <a:solidFill>
            <a:srgbClr val="5A5A5A"/>
          </a:solidFill>
          <a:ln>
            <a:noFill/>
          </a:ln>
        </p:spPr>
        <p:txBody>
          <a:bodyPr rtlCol="0" anchor="ctr"/>
          <a:lstStyle/>
          <a:p>
            <a:pPr algn="ctr"/>
          </a:p>
        </p:txBody>
      </p:sp>
      <p:sp>
        <p:nvSpPr>
          <p:cNvPr id="107" name="!!canal_rd_L4"/>
          <p:cNvSpPr/>
          <p:nvPr/>
        </p:nvSpPr>
        <p:spPr>
          <a:xfrm>
            <a:off x="10923306" y="3239766"/>
            <a:ext cx="43180" cy="43180"/>
          </a:xfrm>
          <a:prstGeom prst="diamond">
            <a:avLst/>
          </a:prstGeom>
          <a:solidFill>
            <a:srgbClr val="5A5A5A"/>
          </a:solidFill>
          <a:ln>
            <a:noFill/>
          </a:ln>
        </p:spPr>
        <p:txBody>
          <a:bodyPr rtlCol="0" anchor="ctr"/>
          <a:lstStyle/>
          <a:p>
            <a:pPr algn="ctr"/>
          </a:p>
        </p:txBody>
      </p:sp>
      <p:sp>
        <p:nvSpPr>
          <p:cNvPr id="108" name="!!canal_rd_L5"/>
          <p:cNvSpPr/>
          <p:nvPr/>
        </p:nvSpPr>
        <p:spPr>
          <a:xfrm>
            <a:off x="11216603" y="3067051"/>
            <a:ext cx="43180" cy="43180"/>
          </a:xfrm>
          <a:prstGeom prst="diamond">
            <a:avLst/>
          </a:prstGeom>
          <a:solidFill>
            <a:srgbClr val="5A5A5A"/>
          </a:solidFill>
          <a:ln>
            <a:noFill/>
          </a:ln>
        </p:spPr>
        <p:txBody>
          <a:bodyPr rtlCol="0" anchor="ctr"/>
          <a:lstStyle/>
          <a:p>
            <a:pPr algn="ctr"/>
          </a:p>
        </p:txBody>
      </p:sp>
      <p:sp>
        <p:nvSpPr>
          <p:cNvPr id="109" name="!!canal_x_w_L6"/>
          <p:cNvSpPr/>
          <p:nvPr/>
        </p:nvSpPr>
        <p:spPr>
          <a:xfrm>
            <a:off x="11461612" y="1926264"/>
            <a:ext cx="63500" cy="63500"/>
          </a:xfrm>
          <a:prstGeom prst="ellipse">
            <a:avLst/>
          </a:prstGeom>
          <a:solidFill>
            <a:srgbClr val="FFFFFF"/>
          </a:solidFill>
          <a:ln w="12700">
            <a:solidFill>
              <a:srgbClr val="333333"/>
            </a:solidFill>
          </a:ln>
        </p:spPr>
        <p:txBody>
          <a:bodyPr rtlCol="0" anchor="ctr"/>
          <a:lstStyle/>
          <a:p>
            <a:pPr algn="ctr"/>
          </a:p>
        </p:txBody>
      </p:sp>
      <p:sp>
        <p:nvSpPr>
          <p:cNvPr id="110" name="!!canal_x_d_L6"/>
          <p:cNvSpPr/>
          <p:nvPr/>
        </p:nvSpPr>
        <p:spPr>
          <a:xfrm>
            <a:off x="11537869" y="3157326"/>
            <a:ext cx="63500" cy="63500"/>
          </a:xfrm>
          <a:prstGeom prst="ellipse">
            <a:avLst/>
          </a:prstGeom>
          <a:solidFill>
            <a:srgbClr val="FFFFFF"/>
          </a:solidFill>
          <a:ln w="12700">
            <a:solidFill>
              <a:srgbClr val="333333"/>
            </a:solidFill>
          </a:ln>
        </p:spPr>
        <p:txBody>
          <a:bodyPr rtlCol="0" anchor="ctr"/>
          <a:lstStyle/>
          <a:p>
            <a:pPr algn="ctr"/>
          </a:p>
        </p:txBody>
      </p:sp>
      <p:sp>
        <p:nvSpPr>
          <p:cNvPr id="111" name="!!canal_w_m"/>
          <p:cNvSpPr/>
          <p:nvPr/>
        </p:nvSpPr>
        <p:spPr>
          <a:xfrm>
            <a:off x="7425330" y="1957665"/>
            <a:ext cx="3812863" cy="1628714"/>
          </a:xfrm>
          <a:custGeom>
            <a:avLst/>
            <a:gdLst/>
            <a:ahLst/>
            <a:cxnLst/>
            <a:rect l="l" t="t" r="r" b="b"/>
            <a:pathLst>
              <a:path w="3812863" h="1628714">
                <a:moveTo>
                  <a:pt x="0" y="391373"/>
                </a:moveTo>
                <a:lnTo>
                  <a:pt x="293297" y="466914"/>
                </a:lnTo>
                <a:lnTo>
                  <a:pt x="586594" y="348121"/>
                </a:lnTo>
                <a:lnTo>
                  <a:pt x="879891" y="257742"/>
                </a:lnTo>
                <a:lnTo>
                  <a:pt x="1173188" y="313761"/>
                </a:lnTo>
                <a:lnTo>
                  <a:pt x="1466486" y="393526"/>
                </a:lnTo>
                <a:lnTo>
                  <a:pt x="1613134" y="738223"/>
                </a:lnTo>
                <a:lnTo>
                  <a:pt x="1759783" y="1111660"/>
                </a:lnTo>
                <a:lnTo>
                  <a:pt x="1818442" y="1407056"/>
                </a:lnTo>
                <a:lnTo>
                  <a:pt x="1877102" y="1529219"/>
                </a:lnTo>
                <a:lnTo>
                  <a:pt x="1935761" y="1609039"/>
                </a:lnTo>
                <a:lnTo>
                  <a:pt x="1994421" y="1628714"/>
                </a:lnTo>
                <a:lnTo>
                  <a:pt x="2053080" y="1616790"/>
                </a:lnTo>
                <a:lnTo>
                  <a:pt x="2111739" y="1552373"/>
                </a:lnTo>
                <a:lnTo>
                  <a:pt x="2170399" y="1444968"/>
                </a:lnTo>
                <a:lnTo>
                  <a:pt x="2229058" y="1370875"/>
                </a:lnTo>
                <a:lnTo>
                  <a:pt x="2287718" y="1052780"/>
                </a:lnTo>
                <a:lnTo>
                  <a:pt x="2346377" y="310964"/>
                </a:lnTo>
                <a:lnTo>
                  <a:pt x="2639674" y="154115"/>
                </a:lnTo>
                <a:lnTo>
                  <a:pt x="2932972" y="218709"/>
                </a:lnTo>
                <a:lnTo>
                  <a:pt x="3226269" y="233317"/>
                </a:lnTo>
                <a:lnTo>
                  <a:pt x="3519566" y="54998"/>
                </a:lnTo>
                <a:lnTo>
                  <a:pt x="3812863" y="0"/>
                </a:lnTo>
              </a:path>
            </a:pathLst>
          </a:custGeom>
          <a:noFill/>
          <a:ln w="22860">
            <a:solidFill>
              <a:srgbClr val="1F5FA8"/>
            </a:solidFill>
            <a:round/>
          </a:ln>
        </p:spPr>
        <p:txBody>
          <a:bodyPr rtlCol="0" anchor="ctr"/>
          <a:lstStyle/>
          <a:p>
            <a:pPr algn="ctr"/>
          </a:p>
        </p:txBody>
      </p:sp>
      <p:sp>
        <p:nvSpPr>
          <p:cNvPr id="112" name="!!canal_w_f"/>
          <p:cNvSpPr/>
          <p:nvPr/>
        </p:nvSpPr>
        <p:spPr>
          <a:xfrm>
            <a:off x="7425330" y="2200287"/>
            <a:ext cx="3812863" cy="1524514"/>
          </a:xfrm>
          <a:custGeom>
            <a:avLst/>
            <a:gdLst/>
            <a:ahLst/>
            <a:cxnLst/>
            <a:rect l="l" t="t" r="r" b="b"/>
            <a:pathLst>
              <a:path w="3812863" h="1524514">
                <a:moveTo>
                  <a:pt x="0" y="247692"/>
                </a:moveTo>
                <a:lnTo>
                  <a:pt x="293297" y="423794"/>
                </a:lnTo>
                <a:lnTo>
                  <a:pt x="586594" y="334547"/>
                </a:lnTo>
                <a:lnTo>
                  <a:pt x="879891" y="227442"/>
                </a:lnTo>
                <a:lnTo>
                  <a:pt x="1173188" y="219555"/>
                </a:lnTo>
                <a:lnTo>
                  <a:pt x="1466486" y="375617"/>
                </a:lnTo>
                <a:lnTo>
                  <a:pt x="1613134" y="658828"/>
                </a:lnTo>
                <a:lnTo>
                  <a:pt x="1759783" y="1122767"/>
                </a:lnTo>
                <a:lnTo>
                  <a:pt x="1818442" y="1354609"/>
                </a:lnTo>
                <a:lnTo>
                  <a:pt x="1877102" y="1470679"/>
                </a:lnTo>
                <a:lnTo>
                  <a:pt x="1935761" y="1524514"/>
                </a:lnTo>
                <a:lnTo>
                  <a:pt x="1994421" y="1514617"/>
                </a:lnTo>
                <a:lnTo>
                  <a:pt x="2053080" y="1506956"/>
                </a:lnTo>
                <a:lnTo>
                  <a:pt x="2111739" y="1466053"/>
                </a:lnTo>
                <a:lnTo>
                  <a:pt x="2170399" y="1366445"/>
                </a:lnTo>
                <a:lnTo>
                  <a:pt x="2229058" y="1325069"/>
                </a:lnTo>
                <a:lnTo>
                  <a:pt x="2287718" y="1034738"/>
                </a:lnTo>
                <a:lnTo>
                  <a:pt x="2346377" y="426508"/>
                </a:lnTo>
                <a:lnTo>
                  <a:pt x="2639674" y="374510"/>
                </a:lnTo>
                <a:lnTo>
                  <a:pt x="2932972" y="315856"/>
                </a:lnTo>
                <a:lnTo>
                  <a:pt x="3226269" y="268875"/>
                </a:lnTo>
                <a:lnTo>
                  <a:pt x="3519566" y="0"/>
                </a:lnTo>
                <a:lnTo>
                  <a:pt x="3812863" y="14806"/>
                </a:lnTo>
              </a:path>
            </a:pathLst>
          </a:custGeom>
          <a:noFill/>
          <a:ln w="22860">
            <a:solidFill>
              <a:srgbClr val="C8102E"/>
            </a:solidFill>
            <a:round/>
          </a:ln>
        </p:spPr>
        <p:txBody>
          <a:bodyPr rtlCol="0" anchor="ctr"/>
          <a:lstStyle/>
          <a:p>
            <a:pPr algn="ctr"/>
          </a:p>
        </p:txBody>
      </p:sp>
      <p:sp>
        <p:nvSpPr>
          <p:cNvPr id="113" name="!!canal_d_m"/>
          <p:cNvSpPr/>
          <p:nvPr/>
        </p:nvSpPr>
        <p:spPr>
          <a:xfrm>
            <a:off x="7425330" y="2996609"/>
            <a:ext cx="3812863" cy="958867"/>
          </a:xfrm>
          <a:custGeom>
            <a:avLst/>
            <a:gdLst/>
            <a:ahLst/>
            <a:cxnLst/>
            <a:rect l="l" t="t" r="r" b="b"/>
            <a:pathLst>
              <a:path w="3812863" h="958867">
                <a:moveTo>
                  <a:pt x="0" y="451429"/>
                </a:moveTo>
                <a:lnTo>
                  <a:pt x="293297" y="865319"/>
                </a:lnTo>
                <a:lnTo>
                  <a:pt x="586594" y="958867"/>
                </a:lnTo>
                <a:lnTo>
                  <a:pt x="879891" y="902492"/>
                </a:lnTo>
                <a:lnTo>
                  <a:pt x="1173188" y="876427"/>
                </a:lnTo>
                <a:lnTo>
                  <a:pt x="1466486" y="685847"/>
                </a:lnTo>
                <a:lnTo>
                  <a:pt x="1613134" y="325160"/>
                </a:lnTo>
                <a:lnTo>
                  <a:pt x="1759783" y="499054"/>
                </a:lnTo>
                <a:lnTo>
                  <a:pt x="1818442" y="534669"/>
                </a:lnTo>
                <a:lnTo>
                  <a:pt x="1877102" y="568623"/>
                </a:lnTo>
                <a:lnTo>
                  <a:pt x="1935761" y="557934"/>
                </a:lnTo>
                <a:lnTo>
                  <a:pt x="1994421" y="656480"/>
                </a:lnTo>
                <a:lnTo>
                  <a:pt x="2053080" y="708147"/>
                </a:lnTo>
                <a:lnTo>
                  <a:pt x="2111739" y="733059"/>
                </a:lnTo>
                <a:lnTo>
                  <a:pt x="2170399" y="675277"/>
                </a:lnTo>
                <a:lnTo>
                  <a:pt x="2229058" y="489814"/>
                </a:lnTo>
                <a:lnTo>
                  <a:pt x="2287718" y="282189"/>
                </a:lnTo>
                <a:lnTo>
                  <a:pt x="2346377" y="0"/>
                </a:lnTo>
                <a:lnTo>
                  <a:pt x="2639674" y="235664"/>
                </a:lnTo>
                <a:lnTo>
                  <a:pt x="2932972" y="152170"/>
                </a:lnTo>
                <a:lnTo>
                  <a:pt x="3226269" y="237102"/>
                </a:lnTo>
                <a:lnTo>
                  <a:pt x="3519566" y="211529"/>
                </a:lnTo>
                <a:lnTo>
                  <a:pt x="3812863" y="92271"/>
                </a:lnTo>
              </a:path>
            </a:pathLst>
          </a:custGeom>
          <a:noFill/>
          <a:ln w="22860">
            <a:solidFill>
              <a:srgbClr val="1F5FA8"/>
            </a:solidFill>
            <a:prstDash val="dash"/>
            <a:round/>
          </a:ln>
        </p:spPr>
        <p:txBody>
          <a:bodyPr rtlCol="0" anchor="ctr"/>
          <a:lstStyle/>
          <a:p>
            <a:pPr algn="ctr"/>
          </a:p>
        </p:txBody>
      </p:sp>
      <p:sp>
        <p:nvSpPr>
          <p:cNvPr id="114" name="!!canal_d_f"/>
          <p:cNvSpPr/>
          <p:nvPr/>
        </p:nvSpPr>
        <p:spPr>
          <a:xfrm>
            <a:off x="7425330" y="3203360"/>
            <a:ext cx="3812863" cy="856147"/>
          </a:xfrm>
          <a:custGeom>
            <a:avLst/>
            <a:gdLst/>
            <a:ahLst/>
            <a:cxnLst/>
            <a:rect l="l" t="t" r="r" b="b"/>
            <a:pathLst>
              <a:path w="3812863" h="856147">
                <a:moveTo>
                  <a:pt x="0" y="375078"/>
                </a:moveTo>
                <a:lnTo>
                  <a:pt x="293297" y="747127"/>
                </a:lnTo>
                <a:lnTo>
                  <a:pt x="586594" y="856147"/>
                </a:lnTo>
                <a:lnTo>
                  <a:pt x="879891" y="811129"/>
                </a:lnTo>
                <a:lnTo>
                  <a:pt x="1173188" y="809386"/>
                </a:lnTo>
                <a:lnTo>
                  <a:pt x="1466486" y="666767"/>
                </a:lnTo>
                <a:lnTo>
                  <a:pt x="1613134" y="358731"/>
                </a:lnTo>
                <a:lnTo>
                  <a:pt x="1759783" y="422892"/>
                </a:lnTo>
                <a:lnTo>
                  <a:pt x="1818442" y="483484"/>
                </a:lnTo>
                <a:lnTo>
                  <a:pt x="1877102" y="464757"/>
                </a:lnTo>
                <a:lnTo>
                  <a:pt x="1935761" y="453700"/>
                </a:lnTo>
                <a:lnTo>
                  <a:pt x="1994421" y="524512"/>
                </a:lnTo>
                <a:lnTo>
                  <a:pt x="2053080" y="552508"/>
                </a:lnTo>
                <a:lnTo>
                  <a:pt x="2111739" y="603288"/>
                </a:lnTo>
                <a:lnTo>
                  <a:pt x="2170399" y="583389"/>
                </a:lnTo>
                <a:lnTo>
                  <a:pt x="2229058" y="448038"/>
                </a:lnTo>
                <a:lnTo>
                  <a:pt x="2287718" y="180979"/>
                </a:lnTo>
                <a:lnTo>
                  <a:pt x="2346377" y="24378"/>
                </a:lnTo>
                <a:lnTo>
                  <a:pt x="2639674" y="214956"/>
                </a:lnTo>
                <a:lnTo>
                  <a:pt x="2932972" y="367336"/>
                </a:lnTo>
                <a:lnTo>
                  <a:pt x="3226269" y="342028"/>
                </a:lnTo>
                <a:lnTo>
                  <a:pt x="3519566" y="165118"/>
                </a:lnTo>
                <a:lnTo>
                  <a:pt x="3812863" y="0"/>
                </a:lnTo>
              </a:path>
            </a:pathLst>
          </a:custGeom>
          <a:noFill/>
          <a:ln w="22860">
            <a:solidFill>
              <a:srgbClr val="C8102E"/>
            </a:solidFill>
            <a:prstDash val="dash"/>
            <a:round/>
          </a:ln>
        </p:spPr>
        <p:txBody>
          <a:bodyPr rtlCol="0" anchor="ctr"/>
          <a:lstStyle/>
          <a:p>
            <a:pPr algn="ctr"/>
          </a:p>
        </p:txBody>
      </p:sp>
      <p:pic>
        <p:nvPicPr>
          <p:cNvPr id="115" name="!!body_phantom" descr="Benzel's vertebra drawing, laid over the lines so none hides it."/>
          <p:cNvPicPr>
            <a:picLocks noChangeAspect="1"/>
          </p:cNvPicPr>
          <p:nvPr/>
        </p:nvPicPr>
        <p:blipFill>
          <a:blip r:embed="rId4"/>
          <a:stretch>
            <a:fillRect/>
          </a:stretch>
        </p:blipFill>
        <p:spPr>
          <a:xfrm>
            <a:off x="3447555" y="1700244"/>
            <a:ext cx="900177" cy="934146"/>
          </a:xfrm>
          <a:prstGeom prst="rect">
            <a:avLst/>
          </a:prstGeom>
        </p:spPr>
      </p:pic>
      <p:pic>
        <p:nvPicPr>
          <p:cNvPr id="116" name="!!canal_phantom" descr="Benzel's vertebra drawing, laid over the lines so none hides it."/>
          <p:cNvPicPr>
            <a:picLocks noChangeAspect="1"/>
          </p:cNvPicPr>
          <p:nvPr/>
        </p:nvPicPr>
        <p:blipFill>
          <a:blip r:embed="rId5"/>
          <a:stretch>
            <a:fillRect/>
          </a:stretch>
        </p:blipFill>
        <p:spPr>
          <a:xfrm>
            <a:off x="8967612" y="1659910"/>
            <a:ext cx="891096" cy="80541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Benzel's plots, redrawn from our whole-spine CTs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Gray: Tan, 10 Chinese Singaporean cadavers, 56 to 77 years. Green: our 73 adults inside their age, height and weight.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Tan SH, Teo EC, Chua HC. Eur Spine J 2004;13:137-146.   Benzel EC. Biomechanics of Spine Stabilization, 3rd ed. Thieme; 2015, ch. 1, Figs 1.1 and 1.9, digitised.   Gold tiers 3 and 4: public CT, C2 to the sacrum in view.</a:t>
            </a:r>
          </a:p>
        </p:txBody>
      </p:sp>
      <p:pic>
        <p:nvPicPr>
          <p:cNvPr id="6" name="!!body_base" descr="image.png"/>
          <p:cNvPicPr>
            <a:picLocks noChangeAspect="1"/>
          </p:cNvPicPr>
          <p:nvPr/>
        </p:nvPicPr>
        <p:blipFill>
          <a:blip r:embed="rId2"/>
          <a:stretch>
            <a:fillRect/>
          </a:stretch>
        </p:blipFill>
        <p:spPr>
          <a:xfrm>
            <a:off x="2377533" y="1420000"/>
            <a:ext cx="4203658" cy="3830000"/>
          </a:xfrm>
          <a:prstGeom prst="rect">
            <a:avLst/>
          </a:prstGeom>
        </p:spPr>
      </p:pic>
      <p:pic>
        <p:nvPicPr>
          <p:cNvPr id="7" name="!!canal_base" descr="image.png"/>
          <p:cNvPicPr>
            <a:picLocks noChangeAspect="1"/>
          </p:cNvPicPr>
          <p:nvPr/>
        </p:nvPicPr>
        <p:blipFill>
          <a:blip r:embed="rId3"/>
          <a:stretch>
            <a:fillRect/>
          </a:stretch>
        </p:blipFill>
        <p:spPr>
          <a:xfrm>
            <a:off x="7031191" y="1420000"/>
            <a:ext cx="4241275" cy="3829999"/>
          </a:xfrm>
          <a:prstGeom prst="rect">
            <a:avLst/>
          </a:prstGeom>
        </p:spPr>
      </p:pic>
      <p:sp>
        <p:nvSpPr>
          <p:cNvPr id="3" name="!!body_rw"/>
          <p:cNvSpPr/>
          <p:nvPr/>
        </p:nvSpPr>
        <p:spPr>
          <a:xfrm>
            <a:off x="2987276" y="2505167"/>
            <a:ext cx="3517485" cy="2044223"/>
          </a:xfrm>
          <a:custGeom>
            <a:avLst/>
            <a:gdLst/>
            <a:ahLst/>
            <a:cxnLst/>
            <a:rect l="l" t="t" r="r" b="b"/>
            <a:pathLst>
              <a:path w="3517485" h="2044223">
                <a:moveTo>
                  <a:pt x="0" y="2044223"/>
                </a:moveTo>
                <a:lnTo>
                  <a:pt x="0" y="2044223"/>
                </a:lnTo>
                <a:lnTo>
                  <a:pt x="185131" y="1983504"/>
                </a:lnTo>
                <a:lnTo>
                  <a:pt x="370261" y="1740626"/>
                </a:lnTo>
                <a:lnTo>
                  <a:pt x="555392" y="1686653"/>
                </a:lnTo>
                <a:lnTo>
                  <a:pt x="740523" y="1227883"/>
                </a:lnTo>
                <a:lnTo>
                  <a:pt x="925654" y="1349322"/>
                </a:lnTo>
                <a:lnTo>
                  <a:pt x="999706" y="1410042"/>
                </a:lnTo>
                <a:lnTo>
                  <a:pt x="1073758" y="1369562"/>
                </a:lnTo>
                <a:lnTo>
                  <a:pt x="1147811" y="1450521"/>
                </a:lnTo>
                <a:lnTo>
                  <a:pt x="1221863" y="1383055"/>
                </a:lnTo>
                <a:lnTo>
                  <a:pt x="1295915" y="1248123"/>
                </a:lnTo>
                <a:lnTo>
                  <a:pt x="1369968" y="1173910"/>
                </a:lnTo>
                <a:lnTo>
                  <a:pt x="1444020" y="1086204"/>
                </a:lnTo>
                <a:lnTo>
                  <a:pt x="1518072" y="904046"/>
                </a:lnTo>
                <a:lnTo>
                  <a:pt x="1592125" y="674661"/>
                </a:lnTo>
                <a:lnTo>
                  <a:pt x="1666177" y="600448"/>
                </a:lnTo>
                <a:lnTo>
                  <a:pt x="2036438" y="411543"/>
                </a:lnTo>
                <a:lnTo>
                  <a:pt x="2406700" y="263118"/>
                </a:lnTo>
                <a:lnTo>
                  <a:pt x="2776962" y="121439"/>
                </a:lnTo>
                <a:lnTo>
                  <a:pt x="3147223" y="0"/>
                </a:lnTo>
                <a:lnTo>
                  <a:pt x="3517485" y="107945"/>
                </a:lnTo>
              </a:path>
            </a:pathLst>
          </a:custGeom>
          <a:noFill/>
          <a:ln w="11430">
            <a:solidFill>
              <a:srgbClr val="5A5A5A"/>
            </a:solidFill>
            <a:prstDash val="sysDot"/>
            <a:round/>
          </a:ln>
        </p:spPr>
        <p:txBody>
          <a:bodyPr rtlCol="0" anchor="ctr"/>
          <a:lstStyle/>
          <a:p>
            <a:pPr algn="ctr"/>
          </a:p>
        </p:txBody>
      </p:sp>
      <p:sp>
        <p:nvSpPr>
          <p:cNvPr id="8" name="!!body_rw_C4"/>
          <p:cNvSpPr/>
          <p:nvPr/>
        </p:nvSpPr>
        <p:spPr>
          <a:xfrm>
            <a:off x="2965686" y="4527800"/>
            <a:ext cx="43180" cy="43180"/>
          </a:xfrm>
          <a:prstGeom prst="diamond">
            <a:avLst/>
          </a:prstGeom>
          <a:solidFill>
            <a:srgbClr val="5A5A5A"/>
          </a:solidFill>
          <a:ln>
            <a:noFill/>
          </a:ln>
        </p:spPr>
        <p:txBody>
          <a:bodyPr rtlCol="0" anchor="ctr"/>
          <a:lstStyle/>
          <a:p>
            <a:pPr algn="ctr"/>
          </a:p>
        </p:txBody>
      </p:sp>
      <p:sp>
        <p:nvSpPr>
          <p:cNvPr id="9" name="!!body_rw_C5"/>
          <p:cNvSpPr/>
          <p:nvPr/>
        </p:nvSpPr>
        <p:spPr>
          <a:xfrm>
            <a:off x="3150817" y="4467081"/>
            <a:ext cx="43180" cy="43180"/>
          </a:xfrm>
          <a:prstGeom prst="diamond">
            <a:avLst/>
          </a:prstGeom>
          <a:solidFill>
            <a:srgbClr val="5A5A5A"/>
          </a:solidFill>
          <a:ln>
            <a:noFill/>
          </a:ln>
        </p:spPr>
        <p:txBody>
          <a:bodyPr rtlCol="0" anchor="ctr"/>
          <a:lstStyle/>
          <a:p>
            <a:pPr algn="ctr"/>
          </a:p>
        </p:txBody>
      </p:sp>
      <p:sp>
        <p:nvSpPr>
          <p:cNvPr id="10" name="!!body_rw_C6"/>
          <p:cNvSpPr/>
          <p:nvPr/>
        </p:nvSpPr>
        <p:spPr>
          <a:xfrm>
            <a:off x="3335947" y="4224203"/>
            <a:ext cx="43180" cy="43180"/>
          </a:xfrm>
          <a:prstGeom prst="diamond">
            <a:avLst/>
          </a:prstGeom>
          <a:solidFill>
            <a:srgbClr val="5A5A5A"/>
          </a:solidFill>
          <a:ln>
            <a:noFill/>
          </a:ln>
        </p:spPr>
        <p:txBody>
          <a:bodyPr rtlCol="0" anchor="ctr"/>
          <a:lstStyle/>
          <a:p>
            <a:pPr algn="ctr"/>
          </a:p>
        </p:txBody>
      </p:sp>
      <p:sp>
        <p:nvSpPr>
          <p:cNvPr id="11" name="!!body_rw_C7"/>
          <p:cNvSpPr/>
          <p:nvPr/>
        </p:nvSpPr>
        <p:spPr>
          <a:xfrm>
            <a:off x="3521078" y="4170230"/>
            <a:ext cx="43180" cy="43180"/>
          </a:xfrm>
          <a:prstGeom prst="diamond">
            <a:avLst/>
          </a:prstGeom>
          <a:solidFill>
            <a:srgbClr val="5A5A5A"/>
          </a:solidFill>
          <a:ln>
            <a:noFill/>
          </a:ln>
        </p:spPr>
        <p:txBody>
          <a:bodyPr rtlCol="0" anchor="ctr"/>
          <a:lstStyle/>
          <a:p>
            <a:pPr algn="ctr"/>
          </a:p>
        </p:txBody>
      </p:sp>
      <p:sp>
        <p:nvSpPr>
          <p:cNvPr id="12" name="!!body_rw_T1"/>
          <p:cNvSpPr/>
          <p:nvPr/>
        </p:nvSpPr>
        <p:spPr>
          <a:xfrm>
            <a:off x="3706209" y="3711460"/>
            <a:ext cx="43180" cy="43180"/>
          </a:xfrm>
          <a:prstGeom prst="diamond">
            <a:avLst/>
          </a:prstGeom>
          <a:solidFill>
            <a:srgbClr val="5A5A5A"/>
          </a:solidFill>
          <a:ln>
            <a:noFill/>
          </a:ln>
        </p:spPr>
        <p:txBody>
          <a:bodyPr rtlCol="0" anchor="ctr"/>
          <a:lstStyle/>
          <a:p>
            <a:pPr algn="ctr"/>
          </a:p>
        </p:txBody>
      </p:sp>
      <p:sp>
        <p:nvSpPr>
          <p:cNvPr id="13" name="!!body_rw_T2"/>
          <p:cNvSpPr/>
          <p:nvPr/>
        </p:nvSpPr>
        <p:spPr>
          <a:xfrm>
            <a:off x="3891340" y="3832899"/>
            <a:ext cx="43180" cy="43180"/>
          </a:xfrm>
          <a:prstGeom prst="diamond">
            <a:avLst/>
          </a:prstGeom>
          <a:solidFill>
            <a:srgbClr val="5A5A5A"/>
          </a:solidFill>
          <a:ln>
            <a:noFill/>
          </a:ln>
        </p:spPr>
        <p:txBody>
          <a:bodyPr rtlCol="0" anchor="ctr"/>
          <a:lstStyle/>
          <a:p>
            <a:pPr algn="ctr"/>
          </a:p>
        </p:txBody>
      </p:sp>
      <p:sp>
        <p:nvSpPr>
          <p:cNvPr id="14" name="!!body_rw_T3"/>
          <p:cNvSpPr/>
          <p:nvPr/>
        </p:nvSpPr>
        <p:spPr>
          <a:xfrm>
            <a:off x="3965392" y="3893619"/>
            <a:ext cx="43180" cy="43180"/>
          </a:xfrm>
          <a:prstGeom prst="diamond">
            <a:avLst/>
          </a:prstGeom>
          <a:solidFill>
            <a:srgbClr val="5A5A5A"/>
          </a:solidFill>
          <a:ln>
            <a:noFill/>
          </a:ln>
        </p:spPr>
        <p:txBody>
          <a:bodyPr rtlCol="0" anchor="ctr"/>
          <a:lstStyle/>
          <a:p>
            <a:pPr algn="ctr"/>
          </a:p>
        </p:txBody>
      </p:sp>
      <p:sp>
        <p:nvSpPr>
          <p:cNvPr id="15" name="!!body_rw_T4"/>
          <p:cNvSpPr/>
          <p:nvPr/>
        </p:nvSpPr>
        <p:spPr>
          <a:xfrm>
            <a:off x="4039444" y="3853139"/>
            <a:ext cx="43180" cy="43180"/>
          </a:xfrm>
          <a:prstGeom prst="diamond">
            <a:avLst/>
          </a:prstGeom>
          <a:solidFill>
            <a:srgbClr val="5A5A5A"/>
          </a:solidFill>
          <a:ln>
            <a:noFill/>
          </a:ln>
        </p:spPr>
        <p:txBody>
          <a:bodyPr rtlCol="0" anchor="ctr"/>
          <a:lstStyle/>
          <a:p>
            <a:pPr algn="ctr"/>
          </a:p>
        </p:txBody>
      </p:sp>
      <p:sp>
        <p:nvSpPr>
          <p:cNvPr id="16" name="!!body_rw_T5"/>
          <p:cNvSpPr/>
          <p:nvPr/>
        </p:nvSpPr>
        <p:spPr>
          <a:xfrm>
            <a:off x="4113497" y="3934098"/>
            <a:ext cx="43180" cy="43180"/>
          </a:xfrm>
          <a:prstGeom prst="diamond">
            <a:avLst/>
          </a:prstGeom>
          <a:solidFill>
            <a:srgbClr val="5A5A5A"/>
          </a:solidFill>
          <a:ln>
            <a:noFill/>
          </a:ln>
        </p:spPr>
        <p:txBody>
          <a:bodyPr rtlCol="0" anchor="ctr"/>
          <a:lstStyle/>
          <a:p>
            <a:pPr algn="ctr"/>
          </a:p>
        </p:txBody>
      </p:sp>
      <p:sp>
        <p:nvSpPr>
          <p:cNvPr id="17" name="!!body_rw_T6"/>
          <p:cNvSpPr/>
          <p:nvPr/>
        </p:nvSpPr>
        <p:spPr>
          <a:xfrm>
            <a:off x="4187549" y="3866632"/>
            <a:ext cx="43180" cy="43180"/>
          </a:xfrm>
          <a:prstGeom prst="diamond">
            <a:avLst/>
          </a:prstGeom>
          <a:solidFill>
            <a:srgbClr val="5A5A5A"/>
          </a:solidFill>
          <a:ln>
            <a:noFill/>
          </a:ln>
        </p:spPr>
        <p:txBody>
          <a:bodyPr rtlCol="0" anchor="ctr"/>
          <a:lstStyle/>
          <a:p>
            <a:pPr algn="ctr"/>
          </a:p>
        </p:txBody>
      </p:sp>
      <p:sp>
        <p:nvSpPr>
          <p:cNvPr id="18" name="!!body_rw_T7"/>
          <p:cNvSpPr/>
          <p:nvPr/>
        </p:nvSpPr>
        <p:spPr>
          <a:xfrm>
            <a:off x="4261601" y="3731700"/>
            <a:ext cx="43180" cy="43180"/>
          </a:xfrm>
          <a:prstGeom prst="diamond">
            <a:avLst/>
          </a:prstGeom>
          <a:solidFill>
            <a:srgbClr val="5A5A5A"/>
          </a:solidFill>
          <a:ln>
            <a:noFill/>
          </a:ln>
        </p:spPr>
        <p:txBody>
          <a:bodyPr rtlCol="0" anchor="ctr"/>
          <a:lstStyle/>
          <a:p>
            <a:pPr algn="ctr"/>
          </a:p>
        </p:txBody>
      </p:sp>
      <p:sp>
        <p:nvSpPr>
          <p:cNvPr id="19" name="!!body_rw_T8"/>
          <p:cNvSpPr/>
          <p:nvPr/>
        </p:nvSpPr>
        <p:spPr>
          <a:xfrm>
            <a:off x="4335654" y="3657487"/>
            <a:ext cx="43180" cy="43180"/>
          </a:xfrm>
          <a:prstGeom prst="diamond">
            <a:avLst/>
          </a:prstGeom>
          <a:solidFill>
            <a:srgbClr val="5A5A5A"/>
          </a:solidFill>
          <a:ln>
            <a:noFill/>
          </a:ln>
        </p:spPr>
        <p:txBody>
          <a:bodyPr rtlCol="0" anchor="ctr"/>
          <a:lstStyle/>
          <a:p>
            <a:pPr algn="ctr"/>
          </a:p>
        </p:txBody>
      </p:sp>
      <p:sp>
        <p:nvSpPr>
          <p:cNvPr id="20" name="!!body_rw_T9"/>
          <p:cNvSpPr/>
          <p:nvPr/>
        </p:nvSpPr>
        <p:spPr>
          <a:xfrm>
            <a:off x="4409706" y="3569781"/>
            <a:ext cx="43180" cy="43180"/>
          </a:xfrm>
          <a:prstGeom prst="diamond">
            <a:avLst/>
          </a:prstGeom>
          <a:solidFill>
            <a:srgbClr val="5A5A5A"/>
          </a:solidFill>
          <a:ln>
            <a:noFill/>
          </a:ln>
        </p:spPr>
        <p:txBody>
          <a:bodyPr rtlCol="0" anchor="ctr"/>
          <a:lstStyle/>
          <a:p>
            <a:pPr algn="ctr"/>
          </a:p>
        </p:txBody>
      </p:sp>
      <p:sp>
        <p:nvSpPr>
          <p:cNvPr id="21" name="!!body_rw_T10"/>
          <p:cNvSpPr/>
          <p:nvPr/>
        </p:nvSpPr>
        <p:spPr>
          <a:xfrm>
            <a:off x="4483758" y="3387623"/>
            <a:ext cx="43180" cy="43180"/>
          </a:xfrm>
          <a:prstGeom prst="diamond">
            <a:avLst/>
          </a:prstGeom>
          <a:solidFill>
            <a:srgbClr val="5A5A5A"/>
          </a:solidFill>
          <a:ln>
            <a:noFill/>
          </a:ln>
        </p:spPr>
        <p:txBody>
          <a:bodyPr rtlCol="0" anchor="ctr"/>
          <a:lstStyle/>
          <a:p>
            <a:pPr algn="ctr"/>
          </a:p>
        </p:txBody>
      </p:sp>
      <p:sp>
        <p:nvSpPr>
          <p:cNvPr id="22" name="!!body_rw_T11"/>
          <p:cNvSpPr/>
          <p:nvPr/>
        </p:nvSpPr>
        <p:spPr>
          <a:xfrm>
            <a:off x="4557811" y="3158238"/>
            <a:ext cx="43180" cy="43180"/>
          </a:xfrm>
          <a:prstGeom prst="diamond">
            <a:avLst/>
          </a:prstGeom>
          <a:solidFill>
            <a:srgbClr val="5A5A5A"/>
          </a:solidFill>
          <a:ln>
            <a:noFill/>
          </a:ln>
        </p:spPr>
        <p:txBody>
          <a:bodyPr rtlCol="0" anchor="ctr"/>
          <a:lstStyle/>
          <a:p>
            <a:pPr algn="ctr"/>
          </a:p>
        </p:txBody>
      </p:sp>
      <p:sp>
        <p:nvSpPr>
          <p:cNvPr id="23" name="!!body_rw_T12"/>
          <p:cNvSpPr/>
          <p:nvPr/>
        </p:nvSpPr>
        <p:spPr>
          <a:xfrm>
            <a:off x="4631863" y="3084025"/>
            <a:ext cx="43180" cy="43180"/>
          </a:xfrm>
          <a:prstGeom prst="diamond">
            <a:avLst/>
          </a:prstGeom>
          <a:solidFill>
            <a:srgbClr val="5A5A5A"/>
          </a:solidFill>
          <a:ln>
            <a:noFill/>
          </a:ln>
        </p:spPr>
        <p:txBody>
          <a:bodyPr rtlCol="0" anchor="ctr"/>
          <a:lstStyle/>
          <a:p>
            <a:pPr algn="ctr"/>
          </a:p>
        </p:txBody>
      </p:sp>
      <p:sp>
        <p:nvSpPr>
          <p:cNvPr id="24" name="!!body_rw_L1"/>
          <p:cNvSpPr/>
          <p:nvPr/>
        </p:nvSpPr>
        <p:spPr>
          <a:xfrm>
            <a:off x="5002124" y="2895120"/>
            <a:ext cx="43180" cy="43180"/>
          </a:xfrm>
          <a:prstGeom prst="diamond">
            <a:avLst/>
          </a:prstGeom>
          <a:solidFill>
            <a:srgbClr val="5A5A5A"/>
          </a:solidFill>
          <a:ln>
            <a:noFill/>
          </a:ln>
        </p:spPr>
        <p:txBody>
          <a:bodyPr rtlCol="0" anchor="ctr"/>
          <a:lstStyle/>
          <a:p>
            <a:pPr algn="ctr"/>
          </a:p>
        </p:txBody>
      </p:sp>
      <p:sp>
        <p:nvSpPr>
          <p:cNvPr id="25" name="!!body_rw_L2"/>
          <p:cNvSpPr/>
          <p:nvPr/>
        </p:nvSpPr>
        <p:spPr>
          <a:xfrm>
            <a:off x="5372386" y="2746695"/>
            <a:ext cx="43180" cy="43180"/>
          </a:xfrm>
          <a:prstGeom prst="diamond">
            <a:avLst/>
          </a:prstGeom>
          <a:solidFill>
            <a:srgbClr val="5A5A5A"/>
          </a:solidFill>
          <a:ln>
            <a:noFill/>
          </a:ln>
        </p:spPr>
        <p:txBody>
          <a:bodyPr rtlCol="0" anchor="ctr"/>
          <a:lstStyle/>
          <a:p>
            <a:pPr algn="ctr"/>
          </a:p>
        </p:txBody>
      </p:sp>
      <p:sp>
        <p:nvSpPr>
          <p:cNvPr id="26" name="!!body_rw_L3"/>
          <p:cNvSpPr/>
          <p:nvPr/>
        </p:nvSpPr>
        <p:spPr>
          <a:xfrm>
            <a:off x="5742648" y="2605016"/>
            <a:ext cx="43180" cy="43180"/>
          </a:xfrm>
          <a:prstGeom prst="diamond">
            <a:avLst/>
          </a:prstGeom>
          <a:solidFill>
            <a:srgbClr val="5A5A5A"/>
          </a:solidFill>
          <a:ln>
            <a:noFill/>
          </a:ln>
        </p:spPr>
        <p:txBody>
          <a:bodyPr rtlCol="0" anchor="ctr"/>
          <a:lstStyle/>
          <a:p>
            <a:pPr algn="ctr"/>
          </a:p>
        </p:txBody>
      </p:sp>
      <p:sp>
        <p:nvSpPr>
          <p:cNvPr id="27" name="!!body_rw_L4"/>
          <p:cNvSpPr/>
          <p:nvPr/>
        </p:nvSpPr>
        <p:spPr>
          <a:xfrm>
            <a:off x="6112909" y="2483577"/>
            <a:ext cx="43180" cy="43180"/>
          </a:xfrm>
          <a:prstGeom prst="diamond">
            <a:avLst/>
          </a:prstGeom>
          <a:solidFill>
            <a:srgbClr val="5A5A5A"/>
          </a:solidFill>
          <a:ln>
            <a:noFill/>
          </a:ln>
        </p:spPr>
        <p:txBody>
          <a:bodyPr rtlCol="0" anchor="ctr"/>
          <a:lstStyle/>
          <a:p>
            <a:pPr algn="ctr"/>
          </a:p>
        </p:txBody>
      </p:sp>
      <p:sp>
        <p:nvSpPr>
          <p:cNvPr id="28" name="!!body_rw_L5"/>
          <p:cNvSpPr/>
          <p:nvPr/>
        </p:nvSpPr>
        <p:spPr>
          <a:xfrm>
            <a:off x="6483171" y="2591522"/>
            <a:ext cx="43180" cy="43180"/>
          </a:xfrm>
          <a:prstGeom prst="diamond">
            <a:avLst/>
          </a:prstGeom>
          <a:solidFill>
            <a:srgbClr val="5A5A5A"/>
          </a:solidFill>
          <a:ln>
            <a:noFill/>
          </a:ln>
        </p:spPr>
        <p:txBody>
          <a:bodyPr rtlCol="0" anchor="ctr"/>
          <a:lstStyle/>
          <a:p>
            <a:pPr algn="ctr"/>
          </a:p>
        </p:txBody>
      </p:sp>
      <p:sp>
        <p:nvSpPr>
          <p:cNvPr id="29" name="!!body_rd"/>
          <p:cNvSpPr/>
          <p:nvPr/>
        </p:nvSpPr>
        <p:spPr>
          <a:xfrm>
            <a:off x="3505642" y="4542644"/>
            <a:ext cx="129592" cy="6746"/>
          </a:xfrm>
          <a:custGeom>
            <a:avLst/>
            <a:gdLst/>
            <a:ahLst/>
            <a:cxnLst/>
            <a:rect l="l" t="t" r="r" b="b"/>
            <a:pathLst>
              <a:path w="129592" h="6746">
                <a:moveTo>
                  <a:pt x="0" y="6746"/>
                </a:moveTo>
                <a:lnTo>
                  <a:pt x="37026" y="0"/>
                </a:lnTo>
                <a:lnTo>
                  <a:pt x="129592" y="6746"/>
                </a:lnTo>
              </a:path>
            </a:pathLst>
          </a:custGeom>
          <a:noFill/>
          <a:ln w="11430">
            <a:solidFill>
              <a:srgbClr val="5A5A5A"/>
            </a:solidFill>
            <a:prstDash val="sysDot"/>
            <a:round/>
          </a:ln>
        </p:spPr>
        <p:txBody>
          <a:bodyPr rtlCol="0" anchor="ctr"/>
          <a:lstStyle/>
          <a:p>
            <a:pPr algn="ctr"/>
          </a:p>
        </p:txBody>
      </p:sp>
      <p:sp>
        <p:nvSpPr>
          <p:cNvPr id="30" name="!!body_rd_2"/>
          <p:cNvSpPr/>
          <p:nvPr/>
        </p:nvSpPr>
        <p:spPr>
          <a:xfrm>
            <a:off x="3741023" y="3483425"/>
            <a:ext cx="2763738" cy="1065965"/>
          </a:xfrm>
          <a:custGeom>
            <a:avLst/>
            <a:gdLst/>
            <a:ahLst/>
            <a:cxnLst/>
            <a:rect l="l" t="t" r="r" b="b"/>
            <a:pathLst>
              <a:path w="2763738" h="1065965">
                <a:moveTo>
                  <a:pt x="0" y="1065965"/>
                </a:moveTo>
                <a:lnTo>
                  <a:pt x="171907" y="978259"/>
                </a:lnTo>
                <a:lnTo>
                  <a:pt x="245959" y="863567"/>
                </a:lnTo>
                <a:lnTo>
                  <a:pt x="320011" y="802847"/>
                </a:lnTo>
                <a:lnTo>
                  <a:pt x="394064" y="694902"/>
                </a:lnTo>
                <a:lnTo>
                  <a:pt x="468116" y="607196"/>
                </a:lnTo>
                <a:lnTo>
                  <a:pt x="542168" y="546476"/>
                </a:lnTo>
                <a:lnTo>
                  <a:pt x="616221" y="505996"/>
                </a:lnTo>
                <a:lnTo>
                  <a:pt x="690273" y="431784"/>
                </a:lnTo>
                <a:lnTo>
                  <a:pt x="764325" y="364318"/>
                </a:lnTo>
                <a:lnTo>
                  <a:pt x="838378" y="364318"/>
                </a:lnTo>
                <a:lnTo>
                  <a:pt x="912430" y="276612"/>
                </a:lnTo>
                <a:lnTo>
                  <a:pt x="1282691" y="222639"/>
                </a:lnTo>
                <a:lnTo>
                  <a:pt x="1652953" y="168666"/>
                </a:lnTo>
                <a:lnTo>
                  <a:pt x="2023215" y="60720"/>
                </a:lnTo>
                <a:lnTo>
                  <a:pt x="2393476" y="0"/>
                </a:lnTo>
                <a:lnTo>
                  <a:pt x="2763738" y="26987"/>
                </a:lnTo>
              </a:path>
            </a:pathLst>
          </a:custGeom>
          <a:noFill/>
          <a:ln w="11430">
            <a:solidFill>
              <a:srgbClr val="5A5A5A"/>
            </a:solidFill>
            <a:prstDash val="sysDot"/>
            <a:round/>
          </a:ln>
        </p:spPr>
        <p:txBody>
          <a:bodyPr rtlCol="0" anchor="ctr"/>
          <a:lstStyle/>
          <a:p>
            <a:pPr algn="ctr"/>
          </a:p>
        </p:txBody>
      </p:sp>
      <p:sp>
        <p:nvSpPr>
          <p:cNvPr id="31" name="!!body_rd_C7"/>
          <p:cNvSpPr/>
          <p:nvPr/>
        </p:nvSpPr>
        <p:spPr>
          <a:xfrm>
            <a:off x="3521078" y="4521054"/>
            <a:ext cx="43180" cy="43180"/>
          </a:xfrm>
          <a:prstGeom prst="diamond">
            <a:avLst/>
          </a:prstGeom>
          <a:solidFill>
            <a:srgbClr val="5A5A5A"/>
          </a:solidFill>
          <a:ln>
            <a:noFill/>
          </a:ln>
        </p:spPr>
        <p:txBody>
          <a:bodyPr rtlCol="0" anchor="ctr"/>
          <a:lstStyle/>
          <a:p>
            <a:pPr algn="ctr"/>
          </a:p>
        </p:txBody>
      </p:sp>
      <p:sp>
        <p:nvSpPr>
          <p:cNvPr id="32" name="!!body_rd_T2"/>
          <p:cNvSpPr/>
          <p:nvPr/>
        </p:nvSpPr>
        <p:spPr>
          <a:xfrm>
            <a:off x="3891340" y="4440094"/>
            <a:ext cx="43180" cy="43180"/>
          </a:xfrm>
          <a:prstGeom prst="diamond">
            <a:avLst/>
          </a:prstGeom>
          <a:solidFill>
            <a:srgbClr val="5A5A5A"/>
          </a:solidFill>
          <a:ln>
            <a:noFill/>
          </a:ln>
        </p:spPr>
        <p:txBody>
          <a:bodyPr rtlCol="0" anchor="ctr"/>
          <a:lstStyle/>
          <a:p>
            <a:pPr algn="ctr"/>
          </a:p>
        </p:txBody>
      </p:sp>
      <p:sp>
        <p:nvSpPr>
          <p:cNvPr id="33" name="!!body_rd_T3"/>
          <p:cNvSpPr/>
          <p:nvPr/>
        </p:nvSpPr>
        <p:spPr>
          <a:xfrm>
            <a:off x="3965392" y="4325402"/>
            <a:ext cx="43180" cy="43180"/>
          </a:xfrm>
          <a:prstGeom prst="diamond">
            <a:avLst/>
          </a:prstGeom>
          <a:solidFill>
            <a:srgbClr val="5A5A5A"/>
          </a:solidFill>
          <a:ln>
            <a:noFill/>
          </a:ln>
        </p:spPr>
        <p:txBody>
          <a:bodyPr rtlCol="0" anchor="ctr"/>
          <a:lstStyle/>
          <a:p>
            <a:pPr algn="ctr"/>
          </a:p>
        </p:txBody>
      </p:sp>
      <p:sp>
        <p:nvSpPr>
          <p:cNvPr id="34" name="!!body_rd_T4"/>
          <p:cNvSpPr/>
          <p:nvPr/>
        </p:nvSpPr>
        <p:spPr>
          <a:xfrm>
            <a:off x="4039444" y="4264682"/>
            <a:ext cx="43180" cy="43180"/>
          </a:xfrm>
          <a:prstGeom prst="diamond">
            <a:avLst/>
          </a:prstGeom>
          <a:solidFill>
            <a:srgbClr val="5A5A5A"/>
          </a:solidFill>
          <a:ln>
            <a:noFill/>
          </a:ln>
        </p:spPr>
        <p:txBody>
          <a:bodyPr rtlCol="0" anchor="ctr"/>
          <a:lstStyle/>
          <a:p>
            <a:pPr algn="ctr"/>
          </a:p>
        </p:txBody>
      </p:sp>
      <p:sp>
        <p:nvSpPr>
          <p:cNvPr id="35" name="!!body_rd_T5"/>
          <p:cNvSpPr/>
          <p:nvPr/>
        </p:nvSpPr>
        <p:spPr>
          <a:xfrm>
            <a:off x="4113497" y="4156737"/>
            <a:ext cx="43180" cy="43180"/>
          </a:xfrm>
          <a:prstGeom prst="diamond">
            <a:avLst/>
          </a:prstGeom>
          <a:solidFill>
            <a:srgbClr val="5A5A5A"/>
          </a:solidFill>
          <a:ln>
            <a:noFill/>
          </a:ln>
        </p:spPr>
        <p:txBody>
          <a:bodyPr rtlCol="0" anchor="ctr"/>
          <a:lstStyle/>
          <a:p>
            <a:pPr algn="ctr"/>
          </a:p>
        </p:txBody>
      </p:sp>
      <p:sp>
        <p:nvSpPr>
          <p:cNvPr id="36" name="!!body_rd_T6"/>
          <p:cNvSpPr/>
          <p:nvPr/>
        </p:nvSpPr>
        <p:spPr>
          <a:xfrm>
            <a:off x="4187549" y="4069031"/>
            <a:ext cx="43180" cy="43180"/>
          </a:xfrm>
          <a:prstGeom prst="diamond">
            <a:avLst/>
          </a:prstGeom>
          <a:solidFill>
            <a:srgbClr val="5A5A5A"/>
          </a:solidFill>
          <a:ln>
            <a:noFill/>
          </a:ln>
        </p:spPr>
        <p:txBody>
          <a:bodyPr rtlCol="0" anchor="ctr"/>
          <a:lstStyle/>
          <a:p>
            <a:pPr algn="ctr"/>
          </a:p>
        </p:txBody>
      </p:sp>
      <p:sp>
        <p:nvSpPr>
          <p:cNvPr id="37" name="!!body_rd_T7"/>
          <p:cNvSpPr/>
          <p:nvPr/>
        </p:nvSpPr>
        <p:spPr>
          <a:xfrm>
            <a:off x="4261601" y="4008311"/>
            <a:ext cx="43180" cy="43180"/>
          </a:xfrm>
          <a:prstGeom prst="diamond">
            <a:avLst/>
          </a:prstGeom>
          <a:solidFill>
            <a:srgbClr val="5A5A5A"/>
          </a:solidFill>
          <a:ln>
            <a:noFill/>
          </a:ln>
        </p:spPr>
        <p:txBody>
          <a:bodyPr rtlCol="0" anchor="ctr"/>
          <a:lstStyle/>
          <a:p>
            <a:pPr algn="ctr"/>
          </a:p>
        </p:txBody>
      </p:sp>
      <p:sp>
        <p:nvSpPr>
          <p:cNvPr id="38" name="!!body_rd_T8"/>
          <p:cNvSpPr/>
          <p:nvPr/>
        </p:nvSpPr>
        <p:spPr>
          <a:xfrm>
            <a:off x="4335654" y="3967831"/>
            <a:ext cx="43180" cy="43180"/>
          </a:xfrm>
          <a:prstGeom prst="diamond">
            <a:avLst/>
          </a:prstGeom>
          <a:solidFill>
            <a:srgbClr val="5A5A5A"/>
          </a:solidFill>
          <a:ln>
            <a:noFill/>
          </a:ln>
        </p:spPr>
        <p:txBody>
          <a:bodyPr rtlCol="0" anchor="ctr"/>
          <a:lstStyle/>
          <a:p>
            <a:pPr algn="ctr"/>
          </a:p>
        </p:txBody>
      </p:sp>
      <p:sp>
        <p:nvSpPr>
          <p:cNvPr id="39" name="!!body_rd_T9"/>
          <p:cNvSpPr/>
          <p:nvPr/>
        </p:nvSpPr>
        <p:spPr>
          <a:xfrm>
            <a:off x="4409706" y="3893619"/>
            <a:ext cx="43180" cy="43180"/>
          </a:xfrm>
          <a:prstGeom prst="diamond">
            <a:avLst/>
          </a:prstGeom>
          <a:solidFill>
            <a:srgbClr val="5A5A5A"/>
          </a:solidFill>
          <a:ln>
            <a:noFill/>
          </a:ln>
        </p:spPr>
        <p:txBody>
          <a:bodyPr rtlCol="0" anchor="ctr"/>
          <a:lstStyle/>
          <a:p>
            <a:pPr algn="ctr"/>
          </a:p>
        </p:txBody>
      </p:sp>
      <p:sp>
        <p:nvSpPr>
          <p:cNvPr id="40" name="!!body_rd_T10"/>
          <p:cNvSpPr/>
          <p:nvPr/>
        </p:nvSpPr>
        <p:spPr>
          <a:xfrm>
            <a:off x="4483758" y="3826153"/>
            <a:ext cx="43180" cy="43180"/>
          </a:xfrm>
          <a:prstGeom prst="diamond">
            <a:avLst/>
          </a:prstGeom>
          <a:solidFill>
            <a:srgbClr val="5A5A5A"/>
          </a:solidFill>
          <a:ln>
            <a:noFill/>
          </a:ln>
        </p:spPr>
        <p:txBody>
          <a:bodyPr rtlCol="0" anchor="ctr"/>
          <a:lstStyle/>
          <a:p>
            <a:pPr algn="ctr"/>
          </a:p>
        </p:txBody>
      </p:sp>
      <p:sp>
        <p:nvSpPr>
          <p:cNvPr id="41" name="!!body_rd_T11"/>
          <p:cNvSpPr/>
          <p:nvPr/>
        </p:nvSpPr>
        <p:spPr>
          <a:xfrm>
            <a:off x="4557811" y="3826153"/>
            <a:ext cx="43180" cy="43180"/>
          </a:xfrm>
          <a:prstGeom prst="diamond">
            <a:avLst/>
          </a:prstGeom>
          <a:solidFill>
            <a:srgbClr val="5A5A5A"/>
          </a:solidFill>
          <a:ln>
            <a:noFill/>
          </a:ln>
        </p:spPr>
        <p:txBody>
          <a:bodyPr rtlCol="0" anchor="ctr"/>
          <a:lstStyle/>
          <a:p>
            <a:pPr algn="ctr"/>
          </a:p>
        </p:txBody>
      </p:sp>
      <p:sp>
        <p:nvSpPr>
          <p:cNvPr id="42" name="!!body_rd_T12"/>
          <p:cNvSpPr/>
          <p:nvPr/>
        </p:nvSpPr>
        <p:spPr>
          <a:xfrm>
            <a:off x="4631863" y="3738447"/>
            <a:ext cx="43180" cy="43180"/>
          </a:xfrm>
          <a:prstGeom prst="diamond">
            <a:avLst/>
          </a:prstGeom>
          <a:solidFill>
            <a:srgbClr val="5A5A5A"/>
          </a:solidFill>
          <a:ln>
            <a:noFill/>
          </a:ln>
        </p:spPr>
        <p:txBody>
          <a:bodyPr rtlCol="0" anchor="ctr"/>
          <a:lstStyle/>
          <a:p>
            <a:pPr algn="ctr"/>
          </a:p>
        </p:txBody>
      </p:sp>
      <p:sp>
        <p:nvSpPr>
          <p:cNvPr id="43" name="!!body_rd_L1"/>
          <p:cNvSpPr/>
          <p:nvPr/>
        </p:nvSpPr>
        <p:spPr>
          <a:xfrm>
            <a:off x="5002124" y="3684474"/>
            <a:ext cx="43180" cy="43180"/>
          </a:xfrm>
          <a:prstGeom prst="diamond">
            <a:avLst/>
          </a:prstGeom>
          <a:solidFill>
            <a:srgbClr val="5A5A5A"/>
          </a:solidFill>
          <a:ln>
            <a:noFill/>
          </a:ln>
        </p:spPr>
        <p:txBody>
          <a:bodyPr rtlCol="0" anchor="ctr"/>
          <a:lstStyle/>
          <a:p>
            <a:pPr algn="ctr"/>
          </a:p>
        </p:txBody>
      </p:sp>
      <p:sp>
        <p:nvSpPr>
          <p:cNvPr id="44" name="!!body_rd_L2"/>
          <p:cNvSpPr/>
          <p:nvPr/>
        </p:nvSpPr>
        <p:spPr>
          <a:xfrm>
            <a:off x="5372386" y="3630501"/>
            <a:ext cx="43180" cy="43180"/>
          </a:xfrm>
          <a:prstGeom prst="diamond">
            <a:avLst/>
          </a:prstGeom>
          <a:solidFill>
            <a:srgbClr val="5A5A5A"/>
          </a:solidFill>
          <a:ln>
            <a:noFill/>
          </a:ln>
        </p:spPr>
        <p:txBody>
          <a:bodyPr rtlCol="0" anchor="ctr"/>
          <a:lstStyle/>
          <a:p>
            <a:pPr algn="ctr"/>
          </a:p>
        </p:txBody>
      </p:sp>
      <p:sp>
        <p:nvSpPr>
          <p:cNvPr id="45" name="!!body_rd_L3"/>
          <p:cNvSpPr/>
          <p:nvPr/>
        </p:nvSpPr>
        <p:spPr>
          <a:xfrm>
            <a:off x="5742648" y="3522555"/>
            <a:ext cx="43180" cy="43180"/>
          </a:xfrm>
          <a:prstGeom prst="diamond">
            <a:avLst/>
          </a:prstGeom>
          <a:solidFill>
            <a:srgbClr val="5A5A5A"/>
          </a:solidFill>
          <a:ln>
            <a:noFill/>
          </a:ln>
        </p:spPr>
        <p:txBody>
          <a:bodyPr rtlCol="0" anchor="ctr"/>
          <a:lstStyle/>
          <a:p>
            <a:pPr algn="ctr"/>
          </a:p>
        </p:txBody>
      </p:sp>
      <p:sp>
        <p:nvSpPr>
          <p:cNvPr id="46" name="!!body_rd_L4"/>
          <p:cNvSpPr/>
          <p:nvPr/>
        </p:nvSpPr>
        <p:spPr>
          <a:xfrm>
            <a:off x="6112909" y="3461835"/>
            <a:ext cx="43180" cy="43180"/>
          </a:xfrm>
          <a:prstGeom prst="diamond">
            <a:avLst/>
          </a:prstGeom>
          <a:solidFill>
            <a:srgbClr val="5A5A5A"/>
          </a:solidFill>
          <a:ln>
            <a:noFill/>
          </a:ln>
        </p:spPr>
        <p:txBody>
          <a:bodyPr rtlCol="0" anchor="ctr"/>
          <a:lstStyle/>
          <a:p>
            <a:pPr algn="ctr"/>
          </a:p>
        </p:txBody>
      </p:sp>
      <p:sp>
        <p:nvSpPr>
          <p:cNvPr id="47" name="!!body_rd_L5"/>
          <p:cNvSpPr/>
          <p:nvPr/>
        </p:nvSpPr>
        <p:spPr>
          <a:xfrm>
            <a:off x="6483171" y="3488822"/>
            <a:ext cx="43180" cy="43180"/>
          </a:xfrm>
          <a:prstGeom prst="diamond">
            <a:avLst/>
          </a:prstGeom>
          <a:solidFill>
            <a:srgbClr val="5A5A5A"/>
          </a:solidFill>
          <a:ln>
            <a:noFill/>
          </a:ln>
        </p:spPr>
        <p:txBody>
          <a:bodyPr rtlCol="0" anchor="ctr"/>
          <a:lstStyle/>
          <a:p>
            <a:pPr algn="ctr"/>
          </a:p>
        </p:txBody>
      </p:sp>
      <p:sp>
        <p:nvSpPr>
          <p:cNvPr id="48" name="!!body_x_w_T13"/>
          <p:cNvSpPr/>
          <p:nvPr/>
        </p:nvSpPr>
        <p:spPr>
          <a:xfrm>
            <a:off x="4758700" y="2340102"/>
            <a:ext cx="63500" cy="63500"/>
          </a:xfrm>
          <a:prstGeom prst="ellipse">
            <a:avLst/>
          </a:prstGeom>
          <a:solidFill>
            <a:srgbClr val="FFFFFF"/>
          </a:solidFill>
          <a:ln w="12700">
            <a:solidFill>
              <a:srgbClr val="333333"/>
            </a:solidFill>
          </a:ln>
        </p:spPr>
        <p:txBody>
          <a:bodyPr rtlCol="0" anchor="ctr"/>
          <a:lstStyle/>
          <a:p>
            <a:pPr algn="ctr"/>
          </a:p>
        </p:txBody>
      </p:sp>
      <p:sp>
        <p:nvSpPr>
          <p:cNvPr id="49" name="!!body_x_w_L6"/>
          <p:cNvSpPr/>
          <p:nvPr/>
        </p:nvSpPr>
        <p:spPr>
          <a:xfrm>
            <a:off x="6795138" y="2614717"/>
            <a:ext cx="63500" cy="63500"/>
          </a:xfrm>
          <a:prstGeom prst="ellipse">
            <a:avLst/>
          </a:prstGeom>
          <a:solidFill>
            <a:srgbClr val="FFFFFF"/>
          </a:solidFill>
          <a:ln w="12700">
            <a:solidFill>
              <a:srgbClr val="333333"/>
            </a:solidFill>
          </a:ln>
        </p:spPr>
        <p:txBody>
          <a:bodyPr rtlCol="0" anchor="ctr"/>
          <a:lstStyle/>
          <a:p>
            <a:pPr algn="ctr"/>
          </a:p>
        </p:txBody>
      </p:sp>
      <p:sp>
        <p:nvSpPr>
          <p:cNvPr id="50" name="!!body_x_d_T13"/>
          <p:cNvSpPr/>
          <p:nvPr/>
        </p:nvSpPr>
        <p:spPr>
          <a:xfrm>
            <a:off x="4854968" y="3303247"/>
            <a:ext cx="63500" cy="63500"/>
          </a:xfrm>
          <a:prstGeom prst="ellipse">
            <a:avLst/>
          </a:prstGeom>
          <a:solidFill>
            <a:srgbClr val="FFFFFF"/>
          </a:solidFill>
          <a:ln w="12700">
            <a:solidFill>
              <a:srgbClr val="333333"/>
            </a:solidFill>
          </a:ln>
        </p:spPr>
        <p:txBody>
          <a:bodyPr rtlCol="0" anchor="ctr"/>
          <a:lstStyle/>
          <a:p>
            <a:pPr algn="ctr"/>
          </a:p>
        </p:txBody>
      </p:sp>
      <p:sp>
        <p:nvSpPr>
          <p:cNvPr id="51" name="!!body_x_d_L6"/>
          <p:cNvSpPr/>
          <p:nvPr/>
        </p:nvSpPr>
        <p:spPr>
          <a:xfrm>
            <a:off x="6891406" y="3282755"/>
            <a:ext cx="63500" cy="63500"/>
          </a:xfrm>
          <a:prstGeom prst="ellipse">
            <a:avLst/>
          </a:prstGeom>
          <a:solidFill>
            <a:srgbClr val="FFFFFF"/>
          </a:solidFill>
          <a:ln w="12700">
            <a:solidFill>
              <a:srgbClr val="333333"/>
            </a:solidFill>
          </a:ln>
        </p:spPr>
        <p:txBody>
          <a:bodyPr rtlCol="0" anchor="ctr"/>
          <a:lstStyle/>
          <a:p>
            <a:pPr algn="ctr"/>
          </a:p>
        </p:txBody>
      </p:sp>
      <p:sp>
        <p:nvSpPr>
          <p:cNvPr id="52" name="!!body_w_m"/>
          <p:cNvSpPr/>
          <p:nvPr/>
        </p:nvSpPr>
        <p:spPr>
          <a:xfrm>
            <a:off x="2802145" y="2201603"/>
            <a:ext cx="3702616" cy="2198440"/>
          </a:xfrm>
          <a:custGeom>
            <a:avLst/>
            <a:gdLst/>
            <a:ahLst/>
            <a:cxnLst/>
            <a:rect l="l" t="t" r="r" b="b"/>
            <a:pathLst>
              <a:path w="3702616" h="2198440">
                <a:moveTo>
                  <a:pt x="0" y="2198440"/>
                </a:moveTo>
                <a:lnTo>
                  <a:pt x="185131" y="2118255"/>
                </a:lnTo>
                <a:lnTo>
                  <a:pt x="370262" y="2047330"/>
                </a:lnTo>
                <a:lnTo>
                  <a:pt x="555392" y="1853993"/>
                </a:lnTo>
                <a:lnTo>
                  <a:pt x="740523" y="1823476"/>
                </a:lnTo>
                <a:lnTo>
                  <a:pt x="925654" y="1599786"/>
                </a:lnTo>
                <a:lnTo>
                  <a:pt x="1110785" y="1361406"/>
                </a:lnTo>
                <a:lnTo>
                  <a:pt x="1184837" y="1568247"/>
                </a:lnTo>
                <a:lnTo>
                  <a:pt x="1258889" y="1634397"/>
                </a:lnTo>
                <a:lnTo>
                  <a:pt x="1332942" y="1573744"/>
                </a:lnTo>
                <a:lnTo>
                  <a:pt x="1406994" y="1463702"/>
                </a:lnTo>
                <a:lnTo>
                  <a:pt x="1481046" y="1364627"/>
                </a:lnTo>
                <a:lnTo>
                  <a:pt x="1555099" y="1165303"/>
                </a:lnTo>
                <a:lnTo>
                  <a:pt x="1629151" y="1066022"/>
                </a:lnTo>
                <a:lnTo>
                  <a:pt x="1703203" y="880274"/>
                </a:lnTo>
                <a:lnTo>
                  <a:pt x="1777256" y="755072"/>
                </a:lnTo>
                <a:lnTo>
                  <a:pt x="1851308" y="608496"/>
                </a:lnTo>
                <a:lnTo>
                  <a:pt x="2221569" y="461270"/>
                </a:lnTo>
                <a:lnTo>
                  <a:pt x="2591831" y="346898"/>
                </a:lnTo>
                <a:lnTo>
                  <a:pt x="2962093" y="191411"/>
                </a:lnTo>
                <a:lnTo>
                  <a:pt x="3332354" y="0"/>
                </a:lnTo>
                <a:lnTo>
                  <a:pt x="3702616" y="164798"/>
                </a:lnTo>
              </a:path>
            </a:pathLst>
          </a:custGeom>
          <a:noFill/>
          <a:ln w="22860">
            <a:solidFill>
              <a:srgbClr val="1B7F4B"/>
            </a:solidFill>
            <a:round/>
          </a:ln>
        </p:spPr>
        <p:txBody>
          <a:bodyPr rtlCol="0" anchor="ctr"/>
          <a:lstStyle/>
          <a:p>
            <a:pPr algn="ctr"/>
          </a:p>
        </p:txBody>
      </p:sp>
      <p:sp>
        <p:nvSpPr>
          <p:cNvPr id="53" name="!!body_w_f"/>
          <p:cNvSpPr/>
          <p:nvPr/>
        </p:nvSpPr>
        <p:spPr>
          <a:xfrm>
            <a:off x="2802145" y="2201603"/>
            <a:ext cx="3702616" cy="2198440"/>
          </a:xfrm>
          <a:custGeom>
            <a:avLst/>
            <a:gdLst/>
            <a:ahLst/>
            <a:cxnLst/>
            <a:rect l="l" t="t" r="r" b="b"/>
            <a:pathLst>
              <a:path w="3702616" h="2198440">
                <a:moveTo>
                  <a:pt x="0" y="2198440"/>
                </a:moveTo>
                <a:lnTo>
                  <a:pt x="185131" y="2118255"/>
                </a:lnTo>
                <a:lnTo>
                  <a:pt x="370262" y="2047330"/>
                </a:lnTo>
                <a:lnTo>
                  <a:pt x="555392" y="1853993"/>
                </a:lnTo>
                <a:lnTo>
                  <a:pt x="740523" y="1823476"/>
                </a:lnTo>
                <a:lnTo>
                  <a:pt x="925654" y="1599786"/>
                </a:lnTo>
                <a:lnTo>
                  <a:pt x="1110785" y="1361406"/>
                </a:lnTo>
                <a:lnTo>
                  <a:pt x="1184837" y="1568247"/>
                </a:lnTo>
                <a:lnTo>
                  <a:pt x="1258889" y="1634397"/>
                </a:lnTo>
                <a:lnTo>
                  <a:pt x="1332942" y="1573744"/>
                </a:lnTo>
                <a:lnTo>
                  <a:pt x="1406994" y="1463702"/>
                </a:lnTo>
                <a:lnTo>
                  <a:pt x="1481046" y="1364627"/>
                </a:lnTo>
                <a:lnTo>
                  <a:pt x="1555099" y="1165303"/>
                </a:lnTo>
                <a:lnTo>
                  <a:pt x="1629151" y="1066022"/>
                </a:lnTo>
                <a:lnTo>
                  <a:pt x="1703203" y="880274"/>
                </a:lnTo>
                <a:lnTo>
                  <a:pt x="1777256" y="755072"/>
                </a:lnTo>
                <a:lnTo>
                  <a:pt x="1851308" y="608496"/>
                </a:lnTo>
                <a:lnTo>
                  <a:pt x="2221569" y="461270"/>
                </a:lnTo>
                <a:lnTo>
                  <a:pt x="2591831" y="346898"/>
                </a:lnTo>
                <a:lnTo>
                  <a:pt x="2962093" y="191411"/>
                </a:lnTo>
                <a:lnTo>
                  <a:pt x="3332354" y="0"/>
                </a:lnTo>
                <a:lnTo>
                  <a:pt x="3702616" y="164798"/>
                </a:lnTo>
              </a:path>
            </a:pathLst>
          </a:custGeom>
          <a:noFill/>
          <a:ln w="22860">
            <a:solidFill>
              <a:srgbClr val="1B7F4B"/>
            </a:solidFill>
            <a:round/>
          </a:ln>
        </p:spPr>
        <p:txBody>
          <a:bodyPr rtlCol="0" anchor="ctr"/>
          <a:lstStyle/>
          <a:p>
            <a:pPr algn="ctr"/>
          </a:p>
        </p:txBody>
      </p:sp>
      <p:sp>
        <p:nvSpPr>
          <p:cNvPr id="54" name="!!body_d_m"/>
          <p:cNvSpPr/>
          <p:nvPr/>
        </p:nvSpPr>
        <p:spPr>
          <a:xfrm>
            <a:off x="3097811" y="3327299"/>
            <a:ext cx="3406950" cy="1222091"/>
          </a:xfrm>
          <a:custGeom>
            <a:avLst/>
            <a:gdLst/>
            <a:ahLst/>
            <a:cxnLst/>
            <a:rect l="l" t="t" r="r" b="b"/>
            <a:pathLst>
              <a:path w="3406950" h="1222091">
                <a:moveTo>
                  <a:pt x="0" y="1222091"/>
                </a:moveTo>
                <a:lnTo>
                  <a:pt x="74596" y="1184892"/>
                </a:lnTo>
                <a:lnTo>
                  <a:pt x="259726" y="1041553"/>
                </a:lnTo>
                <a:lnTo>
                  <a:pt x="444857" y="957937"/>
                </a:lnTo>
                <a:lnTo>
                  <a:pt x="629988" y="1026742"/>
                </a:lnTo>
                <a:lnTo>
                  <a:pt x="815119" y="922261"/>
                </a:lnTo>
                <a:lnTo>
                  <a:pt x="889171" y="794873"/>
                </a:lnTo>
                <a:lnTo>
                  <a:pt x="963223" y="644235"/>
                </a:lnTo>
                <a:lnTo>
                  <a:pt x="1037276" y="527857"/>
                </a:lnTo>
                <a:lnTo>
                  <a:pt x="1111328" y="427778"/>
                </a:lnTo>
                <a:lnTo>
                  <a:pt x="1185380" y="324641"/>
                </a:lnTo>
                <a:lnTo>
                  <a:pt x="1259433" y="235719"/>
                </a:lnTo>
                <a:lnTo>
                  <a:pt x="1333485" y="181187"/>
                </a:lnTo>
                <a:lnTo>
                  <a:pt x="1407537" y="108508"/>
                </a:lnTo>
                <a:lnTo>
                  <a:pt x="1481590" y="130612"/>
                </a:lnTo>
                <a:lnTo>
                  <a:pt x="1555642" y="155692"/>
                </a:lnTo>
                <a:lnTo>
                  <a:pt x="1925903" y="121470"/>
                </a:lnTo>
                <a:lnTo>
                  <a:pt x="2296165" y="77751"/>
                </a:lnTo>
                <a:lnTo>
                  <a:pt x="2666427" y="23458"/>
                </a:lnTo>
                <a:lnTo>
                  <a:pt x="3036688" y="0"/>
                </a:lnTo>
                <a:lnTo>
                  <a:pt x="3406950" y="160960"/>
                </a:lnTo>
              </a:path>
            </a:pathLst>
          </a:custGeom>
          <a:noFill/>
          <a:ln w="22860">
            <a:solidFill>
              <a:srgbClr val="1B7F4B"/>
            </a:solidFill>
            <a:prstDash val="dash"/>
            <a:round/>
          </a:ln>
        </p:spPr>
        <p:txBody>
          <a:bodyPr rtlCol="0" anchor="ctr"/>
          <a:lstStyle/>
          <a:p>
            <a:pPr algn="ctr"/>
          </a:p>
        </p:txBody>
      </p:sp>
      <p:sp>
        <p:nvSpPr>
          <p:cNvPr id="55" name="!!body_d_f"/>
          <p:cNvSpPr/>
          <p:nvPr/>
        </p:nvSpPr>
        <p:spPr>
          <a:xfrm>
            <a:off x="3097811" y="3327299"/>
            <a:ext cx="3406950" cy="1222091"/>
          </a:xfrm>
          <a:custGeom>
            <a:avLst/>
            <a:gdLst/>
            <a:ahLst/>
            <a:cxnLst/>
            <a:rect l="l" t="t" r="r" b="b"/>
            <a:pathLst>
              <a:path w="3406950" h="1222091">
                <a:moveTo>
                  <a:pt x="0" y="1222091"/>
                </a:moveTo>
                <a:lnTo>
                  <a:pt x="74596" y="1184892"/>
                </a:lnTo>
                <a:lnTo>
                  <a:pt x="259726" y="1041553"/>
                </a:lnTo>
                <a:lnTo>
                  <a:pt x="444857" y="957937"/>
                </a:lnTo>
                <a:lnTo>
                  <a:pt x="629988" y="1026742"/>
                </a:lnTo>
                <a:lnTo>
                  <a:pt x="815119" y="922261"/>
                </a:lnTo>
                <a:lnTo>
                  <a:pt x="889171" y="794873"/>
                </a:lnTo>
                <a:lnTo>
                  <a:pt x="963223" y="644235"/>
                </a:lnTo>
                <a:lnTo>
                  <a:pt x="1037276" y="527857"/>
                </a:lnTo>
                <a:lnTo>
                  <a:pt x="1111328" y="427778"/>
                </a:lnTo>
                <a:lnTo>
                  <a:pt x="1185380" y="324641"/>
                </a:lnTo>
                <a:lnTo>
                  <a:pt x="1259433" y="235719"/>
                </a:lnTo>
                <a:lnTo>
                  <a:pt x="1333485" y="181187"/>
                </a:lnTo>
                <a:lnTo>
                  <a:pt x="1407537" y="108508"/>
                </a:lnTo>
                <a:lnTo>
                  <a:pt x="1481590" y="130612"/>
                </a:lnTo>
                <a:lnTo>
                  <a:pt x="1555642" y="155692"/>
                </a:lnTo>
                <a:lnTo>
                  <a:pt x="1925903" y="121470"/>
                </a:lnTo>
                <a:lnTo>
                  <a:pt x="2296165" y="77751"/>
                </a:lnTo>
                <a:lnTo>
                  <a:pt x="2666427" y="23458"/>
                </a:lnTo>
                <a:lnTo>
                  <a:pt x="3036688" y="0"/>
                </a:lnTo>
                <a:lnTo>
                  <a:pt x="3406950" y="160960"/>
                </a:lnTo>
              </a:path>
            </a:pathLst>
          </a:custGeom>
          <a:noFill/>
          <a:ln w="22860">
            <a:solidFill>
              <a:srgbClr val="1B7F4B"/>
            </a:solidFill>
            <a:prstDash val="dash"/>
            <a:round/>
          </a:ln>
        </p:spPr>
        <p:txBody>
          <a:bodyPr rtlCol="0" anchor="ctr"/>
          <a:lstStyle/>
          <a:p>
            <a:pPr algn="ctr"/>
          </a:p>
        </p:txBody>
      </p:sp>
      <p:sp>
        <p:nvSpPr>
          <p:cNvPr id="56" name="!!canal_rw"/>
          <p:cNvSpPr/>
          <p:nvPr/>
        </p:nvSpPr>
        <p:spPr>
          <a:xfrm>
            <a:off x="7718627" y="2507694"/>
            <a:ext cx="3519566" cy="1554427"/>
          </a:xfrm>
          <a:custGeom>
            <a:avLst/>
            <a:gdLst/>
            <a:ahLst/>
            <a:cxnLst/>
            <a:rect l="l" t="t" r="r" b="b"/>
            <a:pathLst>
              <a:path w="3519566" h="1554427">
                <a:moveTo>
                  <a:pt x="0" y="659454"/>
                </a:moveTo>
                <a:lnTo>
                  <a:pt x="293297" y="643753"/>
                </a:lnTo>
                <a:lnTo>
                  <a:pt x="586594" y="486740"/>
                </a:lnTo>
                <a:lnTo>
                  <a:pt x="879891" y="439636"/>
                </a:lnTo>
                <a:lnTo>
                  <a:pt x="1173189" y="580947"/>
                </a:lnTo>
                <a:lnTo>
                  <a:pt x="1319837" y="894973"/>
                </a:lnTo>
                <a:lnTo>
                  <a:pt x="1466486" y="1287505"/>
                </a:lnTo>
                <a:lnTo>
                  <a:pt x="1525145" y="1444518"/>
                </a:lnTo>
                <a:lnTo>
                  <a:pt x="1583805" y="1554427"/>
                </a:lnTo>
                <a:lnTo>
                  <a:pt x="1642464" y="1538726"/>
                </a:lnTo>
                <a:lnTo>
                  <a:pt x="1701124" y="1507323"/>
                </a:lnTo>
                <a:lnTo>
                  <a:pt x="1759783" y="1491622"/>
                </a:lnTo>
                <a:lnTo>
                  <a:pt x="1818442" y="1460219"/>
                </a:lnTo>
                <a:lnTo>
                  <a:pt x="1877102" y="1444518"/>
                </a:lnTo>
                <a:lnTo>
                  <a:pt x="1935761" y="1444518"/>
                </a:lnTo>
                <a:lnTo>
                  <a:pt x="1994421" y="1271804"/>
                </a:lnTo>
                <a:lnTo>
                  <a:pt x="2053080" y="863571"/>
                </a:lnTo>
                <a:lnTo>
                  <a:pt x="2346377" y="628051"/>
                </a:lnTo>
                <a:lnTo>
                  <a:pt x="2639675" y="612350"/>
                </a:lnTo>
                <a:lnTo>
                  <a:pt x="2932972" y="628051"/>
                </a:lnTo>
                <a:lnTo>
                  <a:pt x="3226269" y="502441"/>
                </a:lnTo>
                <a:lnTo>
                  <a:pt x="3519566" y="0"/>
                </a:lnTo>
              </a:path>
            </a:pathLst>
          </a:custGeom>
          <a:noFill/>
          <a:ln w="11430">
            <a:solidFill>
              <a:srgbClr val="5A5A5A"/>
            </a:solidFill>
            <a:prstDash val="sysDot"/>
            <a:round/>
          </a:ln>
        </p:spPr>
        <p:txBody>
          <a:bodyPr rtlCol="0" anchor="ctr"/>
          <a:lstStyle/>
          <a:p>
            <a:pPr algn="ctr"/>
          </a:p>
        </p:txBody>
      </p:sp>
      <p:sp>
        <p:nvSpPr>
          <p:cNvPr id="57" name="!!canal_rw_C3"/>
          <p:cNvSpPr/>
          <p:nvPr/>
        </p:nvSpPr>
        <p:spPr>
          <a:xfrm>
            <a:off x="7697037" y="3145558"/>
            <a:ext cx="43180" cy="43180"/>
          </a:xfrm>
          <a:prstGeom prst="diamond">
            <a:avLst/>
          </a:prstGeom>
          <a:solidFill>
            <a:srgbClr val="5A5A5A"/>
          </a:solidFill>
          <a:ln>
            <a:noFill/>
          </a:ln>
        </p:spPr>
        <p:txBody>
          <a:bodyPr rtlCol="0" anchor="ctr"/>
          <a:lstStyle/>
          <a:p>
            <a:pPr algn="ctr"/>
          </a:p>
        </p:txBody>
      </p:sp>
      <p:sp>
        <p:nvSpPr>
          <p:cNvPr id="58" name="!!canal_rw_C4"/>
          <p:cNvSpPr/>
          <p:nvPr/>
        </p:nvSpPr>
        <p:spPr>
          <a:xfrm>
            <a:off x="7990334" y="3129857"/>
            <a:ext cx="43180" cy="43180"/>
          </a:xfrm>
          <a:prstGeom prst="diamond">
            <a:avLst/>
          </a:prstGeom>
          <a:solidFill>
            <a:srgbClr val="5A5A5A"/>
          </a:solidFill>
          <a:ln>
            <a:noFill/>
          </a:ln>
        </p:spPr>
        <p:txBody>
          <a:bodyPr rtlCol="0" anchor="ctr"/>
          <a:lstStyle/>
          <a:p>
            <a:pPr algn="ctr"/>
          </a:p>
        </p:txBody>
      </p:sp>
      <p:sp>
        <p:nvSpPr>
          <p:cNvPr id="59" name="!!canal_rw_C5"/>
          <p:cNvSpPr/>
          <p:nvPr/>
        </p:nvSpPr>
        <p:spPr>
          <a:xfrm>
            <a:off x="8283631" y="2972844"/>
            <a:ext cx="43180" cy="43180"/>
          </a:xfrm>
          <a:prstGeom prst="diamond">
            <a:avLst/>
          </a:prstGeom>
          <a:solidFill>
            <a:srgbClr val="5A5A5A"/>
          </a:solidFill>
          <a:ln>
            <a:noFill/>
          </a:ln>
        </p:spPr>
        <p:txBody>
          <a:bodyPr rtlCol="0" anchor="ctr"/>
          <a:lstStyle/>
          <a:p>
            <a:pPr algn="ctr"/>
          </a:p>
        </p:txBody>
      </p:sp>
      <p:sp>
        <p:nvSpPr>
          <p:cNvPr id="60" name="!!canal_rw_C6"/>
          <p:cNvSpPr/>
          <p:nvPr/>
        </p:nvSpPr>
        <p:spPr>
          <a:xfrm>
            <a:off x="8576928" y="2925740"/>
            <a:ext cx="43180" cy="43180"/>
          </a:xfrm>
          <a:prstGeom prst="diamond">
            <a:avLst/>
          </a:prstGeom>
          <a:solidFill>
            <a:srgbClr val="5A5A5A"/>
          </a:solidFill>
          <a:ln>
            <a:noFill/>
          </a:ln>
        </p:spPr>
        <p:txBody>
          <a:bodyPr rtlCol="0" anchor="ctr"/>
          <a:lstStyle/>
          <a:p>
            <a:pPr algn="ctr"/>
          </a:p>
        </p:txBody>
      </p:sp>
      <p:sp>
        <p:nvSpPr>
          <p:cNvPr id="61" name="!!canal_rw_C7"/>
          <p:cNvSpPr/>
          <p:nvPr/>
        </p:nvSpPr>
        <p:spPr>
          <a:xfrm>
            <a:off x="8870226" y="3067051"/>
            <a:ext cx="43180" cy="43180"/>
          </a:xfrm>
          <a:prstGeom prst="diamond">
            <a:avLst/>
          </a:prstGeom>
          <a:solidFill>
            <a:srgbClr val="5A5A5A"/>
          </a:solidFill>
          <a:ln>
            <a:noFill/>
          </a:ln>
        </p:spPr>
        <p:txBody>
          <a:bodyPr rtlCol="0" anchor="ctr"/>
          <a:lstStyle/>
          <a:p>
            <a:pPr algn="ctr"/>
          </a:p>
        </p:txBody>
      </p:sp>
      <p:sp>
        <p:nvSpPr>
          <p:cNvPr id="62" name="!!canal_rw_T1"/>
          <p:cNvSpPr/>
          <p:nvPr/>
        </p:nvSpPr>
        <p:spPr>
          <a:xfrm>
            <a:off x="9016874" y="3381077"/>
            <a:ext cx="43180" cy="43180"/>
          </a:xfrm>
          <a:prstGeom prst="diamond">
            <a:avLst/>
          </a:prstGeom>
          <a:solidFill>
            <a:srgbClr val="5A5A5A"/>
          </a:solidFill>
          <a:ln>
            <a:noFill/>
          </a:ln>
        </p:spPr>
        <p:txBody>
          <a:bodyPr rtlCol="0" anchor="ctr"/>
          <a:lstStyle/>
          <a:p>
            <a:pPr algn="ctr"/>
          </a:p>
        </p:txBody>
      </p:sp>
      <p:sp>
        <p:nvSpPr>
          <p:cNvPr id="63" name="!!canal_rw_T2"/>
          <p:cNvSpPr/>
          <p:nvPr/>
        </p:nvSpPr>
        <p:spPr>
          <a:xfrm>
            <a:off x="9163523" y="3773609"/>
            <a:ext cx="43180" cy="43180"/>
          </a:xfrm>
          <a:prstGeom prst="diamond">
            <a:avLst/>
          </a:prstGeom>
          <a:solidFill>
            <a:srgbClr val="5A5A5A"/>
          </a:solidFill>
          <a:ln>
            <a:noFill/>
          </a:ln>
        </p:spPr>
        <p:txBody>
          <a:bodyPr rtlCol="0" anchor="ctr"/>
          <a:lstStyle/>
          <a:p>
            <a:pPr algn="ctr"/>
          </a:p>
        </p:txBody>
      </p:sp>
      <p:sp>
        <p:nvSpPr>
          <p:cNvPr id="64" name="!!canal_rw_T3"/>
          <p:cNvSpPr/>
          <p:nvPr/>
        </p:nvSpPr>
        <p:spPr>
          <a:xfrm>
            <a:off x="9222182" y="3930622"/>
            <a:ext cx="43180" cy="43180"/>
          </a:xfrm>
          <a:prstGeom prst="diamond">
            <a:avLst/>
          </a:prstGeom>
          <a:solidFill>
            <a:srgbClr val="5A5A5A"/>
          </a:solidFill>
          <a:ln>
            <a:noFill/>
          </a:ln>
        </p:spPr>
        <p:txBody>
          <a:bodyPr rtlCol="0" anchor="ctr"/>
          <a:lstStyle/>
          <a:p>
            <a:pPr algn="ctr"/>
          </a:p>
        </p:txBody>
      </p:sp>
      <p:sp>
        <p:nvSpPr>
          <p:cNvPr id="65" name="!!canal_rw_T4"/>
          <p:cNvSpPr/>
          <p:nvPr/>
        </p:nvSpPr>
        <p:spPr>
          <a:xfrm>
            <a:off x="9280842" y="4040531"/>
            <a:ext cx="43180" cy="43180"/>
          </a:xfrm>
          <a:prstGeom prst="diamond">
            <a:avLst/>
          </a:prstGeom>
          <a:solidFill>
            <a:srgbClr val="5A5A5A"/>
          </a:solidFill>
          <a:ln>
            <a:noFill/>
          </a:ln>
        </p:spPr>
        <p:txBody>
          <a:bodyPr rtlCol="0" anchor="ctr"/>
          <a:lstStyle/>
          <a:p>
            <a:pPr algn="ctr"/>
          </a:p>
        </p:txBody>
      </p:sp>
      <p:sp>
        <p:nvSpPr>
          <p:cNvPr id="66" name="!!canal_rw_T5"/>
          <p:cNvSpPr/>
          <p:nvPr/>
        </p:nvSpPr>
        <p:spPr>
          <a:xfrm>
            <a:off x="9339501" y="4024830"/>
            <a:ext cx="43180" cy="43180"/>
          </a:xfrm>
          <a:prstGeom prst="diamond">
            <a:avLst/>
          </a:prstGeom>
          <a:solidFill>
            <a:srgbClr val="5A5A5A"/>
          </a:solidFill>
          <a:ln>
            <a:noFill/>
          </a:ln>
        </p:spPr>
        <p:txBody>
          <a:bodyPr rtlCol="0" anchor="ctr"/>
          <a:lstStyle/>
          <a:p>
            <a:pPr algn="ctr"/>
          </a:p>
        </p:txBody>
      </p:sp>
      <p:sp>
        <p:nvSpPr>
          <p:cNvPr id="67" name="!!canal_rw_T6"/>
          <p:cNvSpPr/>
          <p:nvPr/>
        </p:nvSpPr>
        <p:spPr>
          <a:xfrm>
            <a:off x="9398161" y="3993427"/>
            <a:ext cx="43180" cy="43180"/>
          </a:xfrm>
          <a:prstGeom prst="diamond">
            <a:avLst/>
          </a:prstGeom>
          <a:solidFill>
            <a:srgbClr val="5A5A5A"/>
          </a:solidFill>
          <a:ln>
            <a:noFill/>
          </a:ln>
        </p:spPr>
        <p:txBody>
          <a:bodyPr rtlCol="0" anchor="ctr"/>
          <a:lstStyle/>
          <a:p>
            <a:pPr algn="ctr"/>
          </a:p>
        </p:txBody>
      </p:sp>
      <p:sp>
        <p:nvSpPr>
          <p:cNvPr id="68" name="!!canal_rw_T7"/>
          <p:cNvSpPr/>
          <p:nvPr/>
        </p:nvSpPr>
        <p:spPr>
          <a:xfrm>
            <a:off x="9456820" y="3977726"/>
            <a:ext cx="43180" cy="43180"/>
          </a:xfrm>
          <a:prstGeom prst="diamond">
            <a:avLst/>
          </a:prstGeom>
          <a:solidFill>
            <a:srgbClr val="5A5A5A"/>
          </a:solidFill>
          <a:ln>
            <a:noFill/>
          </a:ln>
        </p:spPr>
        <p:txBody>
          <a:bodyPr rtlCol="0" anchor="ctr"/>
          <a:lstStyle/>
          <a:p>
            <a:pPr algn="ctr"/>
          </a:p>
        </p:txBody>
      </p:sp>
      <p:sp>
        <p:nvSpPr>
          <p:cNvPr id="69" name="!!canal_rw_T8"/>
          <p:cNvSpPr/>
          <p:nvPr/>
        </p:nvSpPr>
        <p:spPr>
          <a:xfrm>
            <a:off x="9515479" y="3946323"/>
            <a:ext cx="43180" cy="43180"/>
          </a:xfrm>
          <a:prstGeom prst="diamond">
            <a:avLst/>
          </a:prstGeom>
          <a:solidFill>
            <a:srgbClr val="5A5A5A"/>
          </a:solidFill>
          <a:ln>
            <a:noFill/>
          </a:ln>
        </p:spPr>
        <p:txBody>
          <a:bodyPr rtlCol="0" anchor="ctr"/>
          <a:lstStyle/>
          <a:p>
            <a:pPr algn="ctr"/>
          </a:p>
        </p:txBody>
      </p:sp>
      <p:sp>
        <p:nvSpPr>
          <p:cNvPr id="70" name="!!canal_rw_T9"/>
          <p:cNvSpPr/>
          <p:nvPr/>
        </p:nvSpPr>
        <p:spPr>
          <a:xfrm>
            <a:off x="9574139" y="3930622"/>
            <a:ext cx="43180" cy="43180"/>
          </a:xfrm>
          <a:prstGeom prst="diamond">
            <a:avLst/>
          </a:prstGeom>
          <a:solidFill>
            <a:srgbClr val="5A5A5A"/>
          </a:solidFill>
          <a:ln>
            <a:noFill/>
          </a:ln>
        </p:spPr>
        <p:txBody>
          <a:bodyPr rtlCol="0" anchor="ctr"/>
          <a:lstStyle/>
          <a:p>
            <a:pPr algn="ctr"/>
          </a:p>
        </p:txBody>
      </p:sp>
      <p:sp>
        <p:nvSpPr>
          <p:cNvPr id="71" name="!!canal_rw_T10"/>
          <p:cNvSpPr/>
          <p:nvPr/>
        </p:nvSpPr>
        <p:spPr>
          <a:xfrm>
            <a:off x="9632798" y="3930622"/>
            <a:ext cx="43180" cy="43180"/>
          </a:xfrm>
          <a:prstGeom prst="diamond">
            <a:avLst/>
          </a:prstGeom>
          <a:solidFill>
            <a:srgbClr val="5A5A5A"/>
          </a:solidFill>
          <a:ln>
            <a:noFill/>
          </a:ln>
        </p:spPr>
        <p:txBody>
          <a:bodyPr rtlCol="0" anchor="ctr"/>
          <a:lstStyle/>
          <a:p>
            <a:pPr algn="ctr"/>
          </a:p>
        </p:txBody>
      </p:sp>
      <p:sp>
        <p:nvSpPr>
          <p:cNvPr id="72" name="!!canal_rw_T11"/>
          <p:cNvSpPr/>
          <p:nvPr/>
        </p:nvSpPr>
        <p:spPr>
          <a:xfrm>
            <a:off x="9691458" y="3757908"/>
            <a:ext cx="43180" cy="43180"/>
          </a:xfrm>
          <a:prstGeom prst="diamond">
            <a:avLst/>
          </a:prstGeom>
          <a:solidFill>
            <a:srgbClr val="5A5A5A"/>
          </a:solidFill>
          <a:ln>
            <a:noFill/>
          </a:ln>
        </p:spPr>
        <p:txBody>
          <a:bodyPr rtlCol="0" anchor="ctr"/>
          <a:lstStyle/>
          <a:p>
            <a:pPr algn="ctr"/>
          </a:p>
        </p:txBody>
      </p:sp>
      <p:sp>
        <p:nvSpPr>
          <p:cNvPr id="73" name="!!canal_rw_T12"/>
          <p:cNvSpPr/>
          <p:nvPr/>
        </p:nvSpPr>
        <p:spPr>
          <a:xfrm>
            <a:off x="9750117" y="3349675"/>
            <a:ext cx="43180" cy="43180"/>
          </a:xfrm>
          <a:prstGeom prst="diamond">
            <a:avLst/>
          </a:prstGeom>
          <a:solidFill>
            <a:srgbClr val="5A5A5A"/>
          </a:solidFill>
          <a:ln>
            <a:noFill/>
          </a:ln>
        </p:spPr>
        <p:txBody>
          <a:bodyPr rtlCol="0" anchor="ctr"/>
          <a:lstStyle/>
          <a:p>
            <a:pPr algn="ctr"/>
          </a:p>
        </p:txBody>
      </p:sp>
      <p:sp>
        <p:nvSpPr>
          <p:cNvPr id="74" name="!!canal_rw_L1"/>
          <p:cNvSpPr/>
          <p:nvPr/>
        </p:nvSpPr>
        <p:spPr>
          <a:xfrm>
            <a:off x="10043414" y="3114155"/>
            <a:ext cx="43180" cy="43180"/>
          </a:xfrm>
          <a:prstGeom prst="diamond">
            <a:avLst/>
          </a:prstGeom>
          <a:solidFill>
            <a:srgbClr val="5A5A5A"/>
          </a:solidFill>
          <a:ln>
            <a:noFill/>
          </a:ln>
        </p:spPr>
        <p:txBody>
          <a:bodyPr rtlCol="0" anchor="ctr"/>
          <a:lstStyle/>
          <a:p>
            <a:pPr algn="ctr"/>
          </a:p>
        </p:txBody>
      </p:sp>
      <p:sp>
        <p:nvSpPr>
          <p:cNvPr id="75" name="!!canal_rw_L2"/>
          <p:cNvSpPr/>
          <p:nvPr/>
        </p:nvSpPr>
        <p:spPr>
          <a:xfrm>
            <a:off x="10336712" y="3098454"/>
            <a:ext cx="43180" cy="43180"/>
          </a:xfrm>
          <a:prstGeom prst="diamond">
            <a:avLst/>
          </a:prstGeom>
          <a:solidFill>
            <a:srgbClr val="5A5A5A"/>
          </a:solidFill>
          <a:ln>
            <a:noFill/>
          </a:ln>
        </p:spPr>
        <p:txBody>
          <a:bodyPr rtlCol="0" anchor="ctr"/>
          <a:lstStyle/>
          <a:p>
            <a:pPr algn="ctr"/>
          </a:p>
        </p:txBody>
      </p:sp>
      <p:sp>
        <p:nvSpPr>
          <p:cNvPr id="76" name="!!canal_rw_L3"/>
          <p:cNvSpPr/>
          <p:nvPr/>
        </p:nvSpPr>
        <p:spPr>
          <a:xfrm>
            <a:off x="10630009" y="3114155"/>
            <a:ext cx="43180" cy="43180"/>
          </a:xfrm>
          <a:prstGeom prst="diamond">
            <a:avLst/>
          </a:prstGeom>
          <a:solidFill>
            <a:srgbClr val="5A5A5A"/>
          </a:solidFill>
          <a:ln>
            <a:noFill/>
          </a:ln>
        </p:spPr>
        <p:txBody>
          <a:bodyPr rtlCol="0" anchor="ctr"/>
          <a:lstStyle/>
          <a:p>
            <a:pPr algn="ctr"/>
          </a:p>
        </p:txBody>
      </p:sp>
      <p:sp>
        <p:nvSpPr>
          <p:cNvPr id="77" name="!!canal_rw_L4"/>
          <p:cNvSpPr/>
          <p:nvPr/>
        </p:nvSpPr>
        <p:spPr>
          <a:xfrm>
            <a:off x="10923306" y="2988545"/>
            <a:ext cx="43180" cy="43180"/>
          </a:xfrm>
          <a:prstGeom prst="diamond">
            <a:avLst/>
          </a:prstGeom>
          <a:solidFill>
            <a:srgbClr val="5A5A5A"/>
          </a:solidFill>
          <a:ln>
            <a:noFill/>
          </a:ln>
        </p:spPr>
        <p:txBody>
          <a:bodyPr rtlCol="0" anchor="ctr"/>
          <a:lstStyle/>
          <a:p>
            <a:pPr algn="ctr"/>
          </a:p>
        </p:txBody>
      </p:sp>
      <p:sp>
        <p:nvSpPr>
          <p:cNvPr id="78" name="!!canal_rw_L5"/>
          <p:cNvSpPr/>
          <p:nvPr/>
        </p:nvSpPr>
        <p:spPr>
          <a:xfrm>
            <a:off x="11216603" y="2486104"/>
            <a:ext cx="43180" cy="43180"/>
          </a:xfrm>
          <a:prstGeom prst="diamond">
            <a:avLst/>
          </a:prstGeom>
          <a:solidFill>
            <a:srgbClr val="5A5A5A"/>
          </a:solidFill>
          <a:ln>
            <a:noFill/>
          </a:ln>
        </p:spPr>
        <p:txBody>
          <a:bodyPr rtlCol="0" anchor="ctr"/>
          <a:lstStyle/>
          <a:p>
            <a:pPr algn="ctr"/>
          </a:p>
        </p:txBody>
      </p:sp>
      <p:sp>
        <p:nvSpPr>
          <p:cNvPr id="79" name="!!canal_rd"/>
          <p:cNvSpPr/>
          <p:nvPr/>
        </p:nvSpPr>
        <p:spPr>
          <a:xfrm>
            <a:off x="7718627" y="4219134"/>
            <a:ext cx="3519566" cy="345428"/>
          </a:xfrm>
          <a:custGeom>
            <a:avLst/>
            <a:gdLst/>
            <a:ahLst/>
            <a:cxnLst/>
            <a:rect l="l" t="t" r="r" b="b"/>
            <a:pathLst>
              <a:path w="3519566" h="345428">
                <a:moveTo>
                  <a:pt x="0" y="345428"/>
                </a:moveTo>
                <a:lnTo>
                  <a:pt x="293297" y="345428"/>
                </a:lnTo>
                <a:lnTo>
                  <a:pt x="586594" y="345428"/>
                </a:lnTo>
                <a:lnTo>
                  <a:pt x="879891" y="345428"/>
                </a:lnTo>
                <a:lnTo>
                  <a:pt x="1173189" y="235519"/>
                </a:lnTo>
                <a:lnTo>
                  <a:pt x="1319837" y="141311"/>
                </a:lnTo>
                <a:lnTo>
                  <a:pt x="1466486" y="125610"/>
                </a:lnTo>
                <a:lnTo>
                  <a:pt x="1525145" y="78506"/>
                </a:lnTo>
                <a:lnTo>
                  <a:pt x="1583805" y="109909"/>
                </a:lnTo>
                <a:lnTo>
                  <a:pt x="1642464" y="157013"/>
                </a:lnTo>
                <a:lnTo>
                  <a:pt x="1701124" y="141311"/>
                </a:lnTo>
                <a:lnTo>
                  <a:pt x="1759783" y="94207"/>
                </a:lnTo>
                <a:lnTo>
                  <a:pt x="1818442" y="94207"/>
                </a:lnTo>
                <a:lnTo>
                  <a:pt x="1877102" y="109909"/>
                </a:lnTo>
                <a:lnTo>
                  <a:pt x="1935761" y="94207"/>
                </a:lnTo>
                <a:lnTo>
                  <a:pt x="1994421" y="109909"/>
                </a:lnTo>
                <a:lnTo>
                  <a:pt x="2053080" y="15701"/>
                </a:lnTo>
                <a:lnTo>
                  <a:pt x="2346377" y="0"/>
                </a:lnTo>
                <a:lnTo>
                  <a:pt x="2639675" y="125610"/>
                </a:lnTo>
                <a:lnTo>
                  <a:pt x="2932972" y="204116"/>
                </a:lnTo>
                <a:lnTo>
                  <a:pt x="3226269" y="204116"/>
                </a:lnTo>
                <a:lnTo>
                  <a:pt x="3519566" y="172714"/>
                </a:lnTo>
              </a:path>
            </a:pathLst>
          </a:custGeom>
          <a:noFill/>
          <a:ln w="11430">
            <a:solidFill>
              <a:srgbClr val="5A5A5A"/>
            </a:solidFill>
            <a:prstDash val="sysDot"/>
            <a:round/>
          </a:ln>
        </p:spPr>
        <p:txBody>
          <a:bodyPr rtlCol="0" anchor="ctr"/>
          <a:lstStyle/>
          <a:p>
            <a:pPr algn="ctr"/>
          </a:p>
        </p:txBody>
      </p:sp>
      <p:sp>
        <p:nvSpPr>
          <p:cNvPr id="80" name="!!canal_rd_C3"/>
          <p:cNvSpPr/>
          <p:nvPr/>
        </p:nvSpPr>
        <p:spPr>
          <a:xfrm>
            <a:off x="7697037" y="4542972"/>
            <a:ext cx="43180" cy="43180"/>
          </a:xfrm>
          <a:prstGeom prst="diamond">
            <a:avLst/>
          </a:prstGeom>
          <a:solidFill>
            <a:srgbClr val="5A5A5A"/>
          </a:solidFill>
          <a:ln>
            <a:noFill/>
          </a:ln>
        </p:spPr>
        <p:txBody>
          <a:bodyPr rtlCol="0" anchor="ctr"/>
          <a:lstStyle/>
          <a:p>
            <a:pPr algn="ctr"/>
          </a:p>
        </p:txBody>
      </p:sp>
      <p:sp>
        <p:nvSpPr>
          <p:cNvPr id="81" name="!!canal_rd_C4"/>
          <p:cNvSpPr/>
          <p:nvPr/>
        </p:nvSpPr>
        <p:spPr>
          <a:xfrm>
            <a:off x="7990334" y="4542972"/>
            <a:ext cx="43180" cy="43180"/>
          </a:xfrm>
          <a:prstGeom prst="diamond">
            <a:avLst/>
          </a:prstGeom>
          <a:solidFill>
            <a:srgbClr val="5A5A5A"/>
          </a:solidFill>
          <a:ln>
            <a:noFill/>
          </a:ln>
        </p:spPr>
        <p:txBody>
          <a:bodyPr rtlCol="0" anchor="ctr"/>
          <a:lstStyle/>
          <a:p>
            <a:pPr algn="ctr"/>
          </a:p>
        </p:txBody>
      </p:sp>
      <p:sp>
        <p:nvSpPr>
          <p:cNvPr id="82" name="!!canal_rd_C5"/>
          <p:cNvSpPr/>
          <p:nvPr/>
        </p:nvSpPr>
        <p:spPr>
          <a:xfrm>
            <a:off x="8283631" y="4542972"/>
            <a:ext cx="43180" cy="43180"/>
          </a:xfrm>
          <a:prstGeom prst="diamond">
            <a:avLst/>
          </a:prstGeom>
          <a:solidFill>
            <a:srgbClr val="5A5A5A"/>
          </a:solidFill>
          <a:ln>
            <a:noFill/>
          </a:ln>
        </p:spPr>
        <p:txBody>
          <a:bodyPr rtlCol="0" anchor="ctr"/>
          <a:lstStyle/>
          <a:p>
            <a:pPr algn="ctr"/>
          </a:p>
        </p:txBody>
      </p:sp>
      <p:sp>
        <p:nvSpPr>
          <p:cNvPr id="83" name="!!canal_rd_C6"/>
          <p:cNvSpPr/>
          <p:nvPr/>
        </p:nvSpPr>
        <p:spPr>
          <a:xfrm>
            <a:off x="8576928" y="4542972"/>
            <a:ext cx="43180" cy="43180"/>
          </a:xfrm>
          <a:prstGeom prst="diamond">
            <a:avLst/>
          </a:prstGeom>
          <a:solidFill>
            <a:srgbClr val="5A5A5A"/>
          </a:solidFill>
          <a:ln>
            <a:noFill/>
          </a:ln>
        </p:spPr>
        <p:txBody>
          <a:bodyPr rtlCol="0" anchor="ctr"/>
          <a:lstStyle/>
          <a:p>
            <a:pPr algn="ctr"/>
          </a:p>
        </p:txBody>
      </p:sp>
      <p:sp>
        <p:nvSpPr>
          <p:cNvPr id="84" name="!!canal_rd_C7"/>
          <p:cNvSpPr/>
          <p:nvPr/>
        </p:nvSpPr>
        <p:spPr>
          <a:xfrm>
            <a:off x="8870226" y="4433063"/>
            <a:ext cx="43180" cy="43180"/>
          </a:xfrm>
          <a:prstGeom prst="diamond">
            <a:avLst/>
          </a:prstGeom>
          <a:solidFill>
            <a:srgbClr val="5A5A5A"/>
          </a:solidFill>
          <a:ln>
            <a:noFill/>
          </a:ln>
        </p:spPr>
        <p:txBody>
          <a:bodyPr rtlCol="0" anchor="ctr"/>
          <a:lstStyle/>
          <a:p>
            <a:pPr algn="ctr"/>
          </a:p>
        </p:txBody>
      </p:sp>
      <p:sp>
        <p:nvSpPr>
          <p:cNvPr id="85" name="!!canal_rd_T1"/>
          <p:cNvSpPr/>
          <p:nvPr/>
        </p:nvSpPr>
        <p:spPr>
          <a:xfrm>
            <a:off x="9016874" y="4338855"/>
            <a:ext cx="43180" cy="43180"/>
          </a:xfrm>
          <a:prstGeom prst="diamond">
            <a:avLst/>
          </a:prstGeom>
          <a:solidFill>
            <a:srgbClr val="5A5A5A"/>
          </a:solidFill>
          <a:ln>
            <a:noFill/>
          </a:ln>
        </p:spPr>
        <p:txBody>
          <a:bodyPr rtlCol="0" anchor="ctr"/>
          <a:lstStyle/>
          <a:p>
            <a:pPr algn="ctr"/>
          </a:p>
        </p:txBody>
      </p:sp>
      <p:sp>
        <p:nvSpPr>
          <p:cNvPr id="86" name="!!canal_rd_T2"/>
          <p:cNvSpPr/>
          <p:nvPr/>
        </p:nvSpPr>
        <p:spPr>
          <a:xfrm>
            <a:off x="9163523" y="4323154"/>
            <a:ext cx="43180" cy="43180"/>
          </a:xfrm>
          <a:prstGeom prst="diamond">
            <a:avLst/>
          </a:prstGeom>
          <a:solidFill>
            <a:srgbClr val="5A5A5A"/>
          </a:solidFill>
          <a:ln>
            <a:noFill/>
          </a:ln>
        </p:spPr>
        <p:txBody>
          <a:bodyPr rtlCol="0" anchor="ctr"/>
          <a:lstStyle/>
          <a:p>
            <a:pPr algn="ctr"/>
          </a:p>
        </p:txBody>
      </p:sp>
      <p:sp>
        <p:nvSpPr>
          <p:cNvPr id="87" name="!!canal_rd_T3"/>
          <p:cNvSpPr/>
          <p:nvPr/>
        </p:nvSpPr>
        <p:spPr>
          <a:xfrm>
            <a:off x="9222182" y="4276050"/>
            <a:ext cx="43180" cy="43180"/>
          </a:xfrm>
          <a:prstGeom prst="diamond">
            <a:avLst/>
          </a:prstGeom>
          <a:solidFill>
            <a:srgbClr val="5A5A5A"/>
          </a:solidFill>
          <a:ln>
            <a:noFill/>
          </a:ln>
        </p:spPr>
        <p:txBody>
          <a:bodyPr rtlCol="0" anchor="ctr"/>
          <a:lstStyle/>
          <a:p>
            <a:pPr algn="ctr"/>
          </a:p>
        </p:txBody>
      </p:sp>
      <p:sp>
        <p:nvSpPr>
          <p:cNvPr id="88" name="!!canal_rd_T4"/>
          <p:cNvSpPr/>
          <p:nvPr/>
        </p:nvSpPr>
        <p:spPr>
          <a:xfrm>
            <a:off x="9280842" y="4307453"/>
            <a:ext cx="43180" cy="43180"/>
          </a:xfrm>
          <a:prstGeom prst="diamond">
            <a:avLst/>
          </a:prstGeom>
          <a:solidFill>
            <a:srgbClr val="5A5A5A"/>
          </a:solidFill>
          <a:ln>
            <a:noFill/>
          </a:ln>
        </p:spPr>
        <p:txBody>
          <a:bodyPr rtlCol="0" anchor="ctr"/>
          <a:lstStyle/>
          <a:p>
            <a:pPr algn="ctr"/>
          </a:p>
        </p:txBody>
      </p:sp>
      <p:sp>
        <p:nvSpPr>
          <p:cNvPr id="89" name="!!canal_rd_T5"/>
          <p:cNvSpPr/>
          <p:nvPr/>
        </p:nvSpPr>
        <p:spPr>
          <a:xfrm>
            <a:off x="9339501" y="4354557"/>
            <a:ext cx="43180" cy="43180"/>
          </a:xfrm>
          <a:prstGeom prst="diamond">
            <a:avLst/>
          </a:prstGeom>
          <a:solidFill>
            <a:srgbClr val="5A5A5A"/>
          </a:solidFill>
          <a:ln>
            <a:noFill/>
          </a:ln>
        </p:spPr>
        <p:txBody>
          <a:bodyPr rtlCol="0" anchor="ctr"/>
          <a:lstStyle/>
          <a:p>
            <a:pPr algn="ctr"/>
          </a:p>
        </p:txBody>
      </p:sp>
      <p:sp>
        <p:nvSpPr>
          <p:cNvPr id="90" name="!!canal_rd_T6"/>
          <p:cNvSpPr/>
          <p:nvPr/>
        </p:nvSpPr>
        <p:spPr>
          <a:xfrm>
            <a:off x="9398161" y="4338855"/>
            <a:ext cx="43180" cy="43180"/>
          </a:xfrm>
          <a:prstGeom prst="diamond">
            <a:avLst/>
          </a:prstGeom>
          <a:solidFill>
            <a:srgbClr val="5A5A5A"/>
          </a:solidFill>
          <a:ln>
            <a:noFill/>
          </a:ln>
        </p:spPr>
        <p:txBody>
          <a:bodyPr rtlCol="0" anchor="ctr"/>
          <a:lstStyle/>
          <a:p>
            <a:pPr algn="ctr"/>
          </a:p>
        </p:txBody>
      </p:sp>
      <p:sp>
        <p:nvSpPr>
          <p:cNvPr id="91" name="!!canal_rd_T7"/>
          <p:cNvSpPr/>
          <p:nvPr/>
        </p:nvSpPr>
        <p:spPr>
          <a:xfrm>
            <a:off x="9456820" y="4291751"/>
            <a:ext cx="43180" cy="43180"/>
          </a:xfrm>
          <a:prstGeom prst="diamond">
            <a:avLst/>
          </a:prstGeom>
          <a:solidFill>
            <a:srgbClr val="5A5A5A"/>
          </a:solidFill>
          <a:ln>
            <a:noFill/>
          </a:ln>
        </p:spPr>
        <p:txBody>
          <a:bodyPr rtlCol="0" anchor="ctr"/>
          <a:lstStyle/>
          <a:p>
            <a:pPr algn="ctr"/>
          </a:p>
        </p:txBody>
      </p:sp>
      <p:sp>
        <p:nvSpPr>
          <p:cNvPr id="92" name="!!canal_rd_T8"/>
          <p:cNvSpPr/>
          <p:nvPr/>
        </p:nvSpPr>
        <p:spPr>
          <a:xfrm>
            <a:off x="9515479" y="4291751"/>
            <a:ext cx="43180" cy="43180"/>
          </a:xfrm>
          <a:prstGeom prst="diamond">
            <a:avLst/>
          </a:prstGeom>
          <a:solidFill>
            <a:srgbClr val="5A5A5A"/>
          </a:solidFill>
          <a:ln>
            <a:noFill/>
          </a:ln>
        </p:spPr>
        <p:txBody>
          <a:bodyPr rtlCol="0" anchor="ctr"/>
          <a:lstStyle/>
          <a:p>
            <a:pPr algn="ctr"/>
          </a:p>
        </p:txBody>
      </p:sp>
      <p:sp>
        <p:nvSpPr>
          <p:cNvPr id="93" name="!!canal_rd_T9"/>
          <p:cNvSpPr/>
          <p:nvPr/>
        </p:nvSpPr>
        <p:spPr>
          <a:xfrm>
            <a:off x="9574139" y="4307453"/>
            <a:ext cx="43180" cy="43180"/>
          </a:xfrm>
          <a:prstGeom prst="diamond">
            <a:avLst/>
          </a:prstGeom>
          <a:solidFill>
            <a:srgbClr val="5A5A5A"/>
          </a:solidFill>
          <a:ln>
            <a:noFill/>
          </a:ln>
        </p:spPr>
        <p:txBody>
          <a:bodyPr rtlCol="0" anchor="ctr"/>
          <a:lstStyle/>
          <a:p>
            <a:pPr algn="ctr"/>
          </a:p>
        </p:txBody>
      </p:sp>
      <p:sp>
        <p:nvSpPr>
          <p:cNvPr id="94" name="!!canal_rd_T10"/>
          <p:cNvSpPr/>
          <p:nvPr/>
        </p:nvSpPr>
        <p:spPr>
          <a:xfrm>
            <a:off x="9632798" y="4291751"/>
            <a:ext cx="43180" cy="43180"/>
          </a:xfrm>
          <a:prstGeom prst="diamond">
            <a:avLst/>
          </a:prstGeom>
          <a:solidFill>
            <a:srgbClr val="5A5A5A"/>
          </a:solidFill>
          <a:ln>
            <a:noFill/>
          </a:ln>
        </p:spPr>
        <p:txBody>
          <a:bodyPr rtlCol="0" anchor="ctr"/>
          <a:lstStyle/>
          <a:p>
            <a:pPr algn="ctr"/>
          </a:p>
        </p:txBody>
      </p:sp>
      <p:sp>
        <p:nvSpPr>
          <p:cNvPr id="95" name="!!canal_rd_T11"/>
          <p:cNvSpPr/>
          <p:nvPr/>
        </p:nvSpPr>
        <p:spPr>
          <a:xfrm>
            <a:off x="9691458" y="4307453"/>
            <a:ext cx="43180" cy="43180"/>
          </a:xfrm>
          <a:prstGeom prst="diamond">
            <a:avLst/>
          </a:prstGeom>
          <a:solidFill>
            <a:srgbClr val="5A5A5A"/>
          </a:solidFill>
          <a:ln>
            <a:noFill/>
          </a:ln>
        </p:spPr>
        <p:txBody>
          <a:bodyPr rtlCol="0" anchor="ctr"/>
          <a:lstStyle/>
          <a:p>
            <a:pPr algn="ctr"/>
          </a:p>
        </p:txBody>
      </p:sp>
      <p:sp>
        <p:nvSpPr>
          <p:cNvPr id="96" name="!!canal_rd_T12"/>
          <p:cNvSpPr/>
          <p:nvPr/>
        </p:nvSpPr>
        <p:spPr>
          <a:xfrm>
            <a:off x="9750117" y="4213245"/>
            <a:ext cx="43180" cy="43180"/>
          </a:xfrm>
          <a:prstGeom prst="diamond">
            <a:avLst/>
          </a:prstGeom>
          <a:solidFill>
            <a:srgbClr val="5A5A5A"/>
          </a:solidFill>
          <a:ln>
            <a:noFill/>
          </a:ln>
        </p:spPr>
        <p:txBody>
          <a:bodyPr rtlCol="0" anchor="ctr"/>
          <a:lstStyle/>
          <a:p>
            <a:pPr algn="ctr"/>
          </a:p>
        </p:txBody>
      </p:sp>
      <p:sp>
        <p:nvSpPr>
          <p:cNvPr id="97" name="!!canal_rd_L1"/>
          <p:cNvSpPr/>
          <p:nvPr/>
        </p:nvSpPr>
        <p:spPr>
          <a:xfrm>
            <a:off x="10043414" y="4197544"/>
            <a:ext cx="43180" cy="43180"/>
          </a:xfrm>
          <a:prstGeom prst="diamond">
            <a:avLst/>
          </a:prstGeom>
          <a:solidFill>
            <a:srgbClr val="5A5A5A"/>
          </a:solidFill>
          <a:ln>
            <a:noFill/>
          </a:ln>
        </p:spPr>
        <p:txBody>
          <a:bodyPr rtlCol="0" anchor="ctr"/>
          <a:lstStyle/>
          <a:p>
            <a:pPr algn="ctr"/>
          </a:p>
        </p:txBody>
      </p:sp>
      <p:sp>
        <p:nvSpPr>
          <p:cNvPr id="98" name="!!canal_rd_L2"/>
          <p:cNvSpPr/>
          <p:nvPr/>
        </p:nvSpPr>
        <p:spPr>
          <a:xfrm>
            <a:off x="10336712" y="4323154"/>
            <a:ext cx="43180" cy="43180"/>
          </a:xfrm>
          <a:prstGeom prst="diamond">
            <a:avLst/>
          </a:prstGeom>
          <a:solidFill>
            <a:srgbClr val="5A5A5A"/>
          </a:solidFill>
          <a:ln>
            <a:noFill/>
          </a:ln>
        </p:spPr>
        <p:txBody>
          <a:bodyPr rtlCol="0" anchor="ctr"/>
          <a:lstStyle/>
          <a:p>
            <a:pPr algn="ctr"/>
          </a:p>
        </p:txBody>
      </p:sp>
      <p:sp>
        <p:nvSpPr>
          <p:cNvPr id="99" name="!!canal_rd_L3"/>
          <p:cNvSpPr/>
          <p:nvPr/>
        </p:nvSpPr>
        <p:spPr>
          <a:xfrm>
            <a:off x="10630009" y="4401660"/>
            <a:ext cx="43180" cy="43180"/>
          </a:xfrm>
          <a:prstGeom prst="diamond">
            <a:avLst/>
          </a:prstGeom>
          <a:solidFill>
            <a:srgbClr val="5A5A5A"/>
          </a:solidFill>
          <a:ln>
            <a:noFill/>
          </a:ln>
        </p:spPr>
        <p:txBody>
          <a:bodyPr rtlCol="0" anchor="ctr"/>
          <a:lstStyle/>
          <a:p>
            <a:pPr algn="ctr"/>
          </a:p>
        </p:txBody>
      </p:sp>
      <p:sp>
        <p:nvSpPr>
          <p:cNvPr id="100" name="!!canal_rd_L4"/>
          <p:cNvSpPr/>
          <p:nvPr/>
        </p:nvSpPr>
        <p:spPr>
          <a:xfrm>
            <a:off x="10923306" y="4401660"/>
            <a:ext cx="43180" cy="43180"/>
          </a:xfrm>
          <a:prstGeom prst="diamond">
            <a:avLst/>
          </a:prstGeom>
          <a:solidFill>
            <a:srgbClr val="5A5A5A"/>
          </a:solidFill>
          <a:ln>
            <a:noFill/>
          </a:ln>
        </p:spPr>
        <p:txBody>
          <a:bodyPr rtlCol="0" anchor="ctr"/>
          <a:lstStyle/>
          <a:p>
            <a:pPr algn="ctr"/>
          </a:p>
        </p:txBody>
      </p:sp>
      <p:sp>
        <p:nvSpPr>
          <p:cNvPr id="101" name="!!canal_rd_L5"/>
          <p:cNvSpPr/>
          <p:nvPr/>
        </p:nvSpPr>
        <p:spPr>
          <a:xfrm>
            <a:off x="11216603" y="4370258"/>
            <a:ext cx="43180" cy="43180"/>
          </a:xfrm>
          <a:prstGeom prst="diamond">
            <a:avLst/>
          </a:prstGeom>
          <a:solidFill>
            <a:srgbClr val="5A5A5A"/>
          </a:solidFill>
          <a:ln>
            <a:noFill/>
          </a:ln>
        </p:spPr>
        <p:txBody>
          <a:bodyPr rtlCol="0" anchor="ctr"/>
          <a:lstStyle/>
          <a:p>
            <a:pPr algn="ctr"/>
          </a:p>
        </p:txBody>
      </p:sp>
      <p:sp>
        <p:nvSpPr>
          <p:cNvPr id="102" name="!!canal_x_w_L6"/>
          <p:cNvSpPr/>
          <p:nvPr/>
        </p:nvSpPr>
        <p:spPr>
          <a:xfrm>
            <a:off x="11461612" y="1926264"/>
            <a:ext cx="63500" cy="63500"/>
          </a:xfrm>
          <a:prstGeom prst="ellipse">
            <a:avLst/>
          </a:prstGeom>
          <a:solidFill>
            <a:srgbClr val="FFFFFF"/>
          </a:solidFill>
          <a:ln w="12700">
            <a:solidFill>
              <a:srgbClr val="333333"/>
            </a:solidFill>
          </a:ln>
        </p:spPr>
        <p:txBody>
          <a:bodyPr rtlCol="0" anchor="ctr"/>
          <a:lstStyle/>
          <a:p>
            <a:pPr algn="ctr"/>
          </a:p>
        </p:txBody>
      </p:sp>
      <p:sp>
        <p:nvSpPr>
          <p:cNvPr id="103" name="!!canal_x_d_L6"/>
          <p:cNvSpPr/>
          <p:nvPr/>
        </p:nvSpPr>
        <p:spPr>
          <a:xfrm>
            <a:off x="11537869" y="3157326"/>
            <a:ext cx="63500" cy="63500"/>
          </a:xfrm>
          <a:prstGeom prst="ellipse">
            <a:avLst/>
          </a:prstGeom>
          <a:solidFill>
            <a:srgbClr val="FFFFFF"/>
          </a:solidFill>
          <a:ln w="12700">
            <a:solidFill>
              <a:srgbClr val="333333"/>
            </a:solidFill>
          </a:ln>
        </p:spPr>
        <p:txBody>
          <a:bodyPr rtlCol="0" anchor="ctr"/>
          <a:lstStyle/>
          <a:p>
            <a:pPr algn="ctr"/>
          </a:p>
        </p:txBody>
      </p:sp>
      <p:sp>
        <p:nvSpPr>
          <p:cNvPr id="104" name="!!canal_w_m"/>
          <p:cNvSpPr/>
          <p:nvPr/>
        </p:nvSpPr>
        <p:spPr>
          <a:xfrm>
            <a:off x="7425330" y="2099025"/>
            <a:ext cx="3812863" cy="1606172"/>
          </a:xfrm>
          <a:custGeom>
            <a:avLst/>
            <a:gdLst/>
            <a:ahLst/>
            <a:cxnLst/>
            <a:rect l="l" t="t" r="r" b="b"/>
            <a:pathLst>
              <a:path w="3812863" h="1606172">
                <a:moveTo>
                  <a:pt x="0" y="288293"/>
                </a:moveTo>
                <a:lnTo>
                  <a:pt x="293297" y="488336"/>
                </a:lnTo>
                <a:lnTo>
                  <a:pt x="586594" y="402919"/>
                </a:lnTo>
                <a:lnTo>
                  <a:pt x="879891" y="328909"/>
                </a:lnTo>
                <a:lnTo>
                  <a:pt x="1173188" y="277420"/>
                </a:lnTo>
                <a:lnTo>
                  <a:pt x="1466486" y="356391"/>
                </a:lnTo>
                <a:lnTo>
                  <a:pt x="1613134" y="692748"/>
                </a:lnTo>
                <a:lnTo>
                  <a:pt x="1759783" y="1159787"/>
                </a:lnTo>
                <a:lnTo>
                  <a:pt x="1818442" y="1432901"/>
                </a:lnTo>
                <a:lnTo>
                  <a:pt x="1877102" y="1534155"/>
                </a:lnTo>
                <a:lnTo>
                  <a:pt x="1935761" y="1587502"/>
                </a:lnTo>
                <a:lnTo>
                  <a:pt x="1994421" y="1606172"/>
                </a:lnTo>
                <a:lnTo>
                  <a:pt x="2053080" y="1573252"/>
                </a:lnTo>
                <a:lnTo>
                  <a:pt x="2111739" y="1486622"/>
                </a:lnTo>
                <a:lnTo>
                  <a:pt x="2170399" y="1366631"/>
                </a:lnTo>
                <a:lnTo>
                  <a:pt x="2229058" y="1319685"/>
                </a:lnTo>
                <a:lnTo>
                  <a:pt x="2287718" y="1092495"/>
                </a:lnTo>
                <a:lnTo>
                  <a:pt x="2346377" y="394001"/>
                </a:lnTo>
                <a:lnTo>
                  <a:pt x="2639674" y="111530"/>
                </a:lnTo>
                <a:lnTo>
                  <a:pt x="2932972" y="253694"/>
                </a:lnTo>
                <a:lnTo>
                  <a:pt x="3226269" y="209263"/>
                </a:lnTo>
                <a:lnTo>
                  <a:pt x="3519566" y="169465"/>
                </a:lnTo>
                <a:lnTo>
                  <a:pt x="3812863" y="0"/>
                </a:lnTo>
              </a:path>
            </a:pathLst>
          </a:custGeom>
          <a:noFill/>
          <a:ln w="22860">
            <a:solidFill>
              <a:srgbClr val="1B7F4B"/>
            </a:solidFill>
            <a:round/>
          </a:ln>
        </p:spPr>
        <p:txBody>
          <a:bodyPr rtlCol="0" anchor="ctr"/>
          <a:lstStyle/>
          <a:p>
            <a:pPr algn="ctr"/>
          </a:p>
        </p:txBody>
      </p:sp>
      <p:sp>
        <p:nvSpPr>
          <p:cNvPr id="105" name="!!canal_w_f"/>
          <p:cNvSpPr/>
          <p:nvPr/>
        </p:nvSpPr>
        <p:spPr>
          <a:xfrm>
            <a:off x="7425330" y="2099025"/>
            <a:ext cx="3812863" cy="1606172"/>
          </a:xfrm>
          <a:custGeom>
            <a:avLst/>
            <a:gdLst/>
            <a:ahLst/>
            <a:cxnLst/>
            <a:rect l="l" t="t" r="r" b="b"/>
            <a:pathLst>
              <a:path w="3812863" h="1606172">
                <a:moveTo>
                  <a:pt x="0" y="288293"/>
                </a:moveTo>
                <a:lnTo>
                  <a:pt x="293297" y="488336"/>
                </a:lnTo>
                <a:lnTo>
                  <a:pt x="586594" y="402919"/>
                </a:lnTo>
                <a:lnTo>
                  <a:pt x="879891" y="328909"/>
                </a:lnTo>
                <a:lnTo>
                  <a:pt x="1173188" y="277420"/>
                </a:lnTo>
                <a:lnTo>
                  <a:pt x="1466486" y="356391"/>
                </a:lnTo>
                <a:lnTo>
                  <a:pt x="1613134" y="692748"/>
                </a:lnTo>
                <a:lnTo>
                  <a:pt x="1759783" y="1159787"/>
                </a:lnTo>
                <a:lnTo>
                  <a:pt x="1818442" y="1432901"/>
                </a:lnTo>
                <a:lnTo>
                  <a:pt x="1877102" y="1534155"/>
                </a:lnTo>
                <a:lnTo>
                  <a:pt x="1935761" y="1587502"/>
                </a:lnTo>
                <a:lnTo>
                  <a:pt x="1994421" y="1606172"/>
                </a:lnTo>
                <a:lnTo>
                  <a:pt x="2053080" y="1573252"/>
                </a:lnTo>
                <a:lnTo>
                  <a:pt x="2111739" y="1486622"/>
                </a:lnTo>
                <a:lnTo>
                  <a:pt x="2170399" y="1366631"/>
                </a:lnTo>
                <a:lnTo>
                  <a:pt x="2229058" y="1319685"/>
                </a:lnTo>
                <a:lnTo>
                  <a:pt x="2287718" y="1092495"/>
                </a:lnTo>
                <a:lnTo>
                  <a:pt x="2346377" y="394001"/>
                </a:lnTo>
                <a:lnTo>
                  <a:pt x="2639674" y="111530"/>
                </a:lnTo>
                <a:lnTo>
                  <a:pt x="2932972" y="253694"/>
                </a:lnTo>
                <a:lnTo>
                  <a:pt x="3226269" y="209263"/>
                </a:lnTo>
                <a:lnTo>
                  <a:pt x="3519566" y="169465"/>
                </a:lnTo>
                <a:lnTo>
                  <a:pt x="3812863" y="0"/>
                </a:lnTo>
              </a:path>
            </a:pathLst>
          </a:custGeom>
          <a:noFill/>
          <a:ln w="22860">
            <a:solidFill>
              <a:srgbClr val="1B7F4B"/>
            </a:solidFill>
            <a:round/>
          </a:ln>
        </p:spPr>
        <p:txBody>
          <a:bodyPr rtlCol="0" anchor="ctr"/>
          <a:lstStyle/>
          <a:p>
            <a:pPr algn="ctr"/>
          </a:p>
        </p:txBody>
      </p:sp>
      <p:sp>
        <p:nvSpPr>
          <p:cNvPr id="106" name="!!canal_d_m"/>
          <p:cNvSpPr/>
          <p:nvPr/>
        </p:nvSpPr>
        <p:spPr>
          <a:xfrm>
            <a:off x="7425330" y="2739680"/>
            <a:ext cx="3812863" cy="1300879"/>
          </a:xfrm>
          <a:custGeom>
            <a:avLst/>
            <a:gdLst/>
            <a:ahLst/>
            <a:cxnLst/>
            <a:rect l="l" t="t" r="r" b="b"/>
            <a:pathLst>
              <a:path w="3812863" h="1300879">
                <a:moveTo>
                  <a:pt x="0" y="765462"/>
                </a:moveTo>
                <a:lnTo>
                  <a:pt x="293297" y="1151607"/>
                </a:lnTo>
                <a:lnTo>
                  <a:pt x="586594" y="1261903"/>
                </a:lnTo>
                <a:lnTo>
                  <a:pt x="879891" y="1281280"/>
                </a:lnTo>
                <a:lnTo>
                  <a:pt x="1173188" y="1300879"/>
                </a:lnTo>
                <a:lnTo>
                  <a:pt x="1466486" y="1022987"/>
                </a:lnTo>
                <a:lnTo>
                  <a:pt x="1613134" y="615567"/>
                </a:lnTo>
                <a:lnTo>
                  <a:pt x="1759783" y="773725"/>
                </a:lnTo>
                <a:lnTo>
                  <a:pt x="1818442" y="765985"/>
                </a:lnTo>
                <a:lnTo>
                  <a:pt x="1877102" y="852256"/>
                </a:lnTo>
                <a:lnTo>
                  <a:pt x="1935761" y="868072"/>
                </a:lnTo>
                <a:lnTo>
                  <a:pt x="1994421" y="926544"/>
                </a:lnTo>
                <a:lnTo>
                  <a:pt x="2053080" y="955988"/>
                </a:lnTo>
                <a:lnTo>
                  <a:pt x="2111739" y="971880"/>
                </a:lnTo>
                <a:lnTo>
                  <a:pt x="2170399" y="807549"/>
                </a:lnTo>
                <a:lnTo>
                  <a:pt x="2229058" y="751847"/>
                </a:lnTo>
                <a:lnTo>
                  <a:pt x="2287718" y="564327"/>
                </a:lnTo>
                <a:lnTo>
                  <a:pt x="2346377" y="106280"/>
                </a:lnTo>
                <a:lnTo>
                  <a:pt x="2639674" y="186320"/>
                </a:lnTo>
                <a:lnTo>
                  <a:pt x="2932972" y="27463"/>
                </a:lnTo>
                <a:lnTo>
                  <a:pt x="3226269" y="0"/>
                </a:lnTo>
                <a:lnTo>
                  <a:pt x="3519566" y="66338"/>
                </a:lnTo>
                <a:lnTo>
                  <a:pt x="3812863" y="278306"/>
                </a:lnTo>
              </a:path>
            </a:pathLst>
          </a:custGeom>
          <a:noFill/>
          <a:ln w="22860">
            <a:solidFill>
              <a:srgbClr val="1B7F4B"/>
            </a:solidFill>
            <a:prstDash val="dash"/>
            <a:round/>
          </a:ln>
        </p:spPr>
        <p:txBody>
          <a:bodyPr rtlCol="0" anchor="ctr"/>
          <a:lstStyle/>
          <a:p>
            <a:pPr algn="ctr"/>
          </a:p>
        </p:txBody>
      </p:sp>
      <p:sp>
        <p:nvSpPr>
          <p:cNvPr id="107" name="!!canal_d_f"/>
          <p:cNvSpPr/>
          <p:nvPr/>
        </p:nvSpPr>
        <p:spPr>
          <a:xfrm>
            <a:off x="7425330" y="2739680"/>
            <a:ext cx="3812863" cy="1300879"/>
          </a:xfrm>
          <a:custGeom>
            <a:avLst/>
            <a:gdLst/>
            <a:ahLst/>
            <a:cxnLst/>
            <a:rect l="l" t="t" r="r" b="b"/>
            <a:pathLst>
              <a:path w="3812863" h="1300879">
                <a:moveTo>
                  <a:pt x="0" y="765462"/>
                </a:moveTo>
                <a:lnTo>
                  <a:pt x="293297" y="1151607"/>
                </a:lnTo>
                <a:lnTo>
                  <a:pt x="586594" y="1261903"/>
                </a:lnTo>
                <a:lnTo>
                  <a:pt x="879891" y="1281280"/>
                </a:lnTo>
                <a:lnTo>
                  <a:pt x="1173188" y="1300879"/>
                </a:lnTo>
                <a:lnTo>
                  <a:pt x="1466486" y="1022987"/>
                </a:lnTo>
                <a:lnTo>
                  <a:pt x="1613134" y="615567"/>
                </a:lnTo>
                <a:lnTo>
                  <a:pt x="1759783" y="773725"/>
                </a:lnTo>
                <a:lnTo>
                  <a:pt x="1818442" y="765985"/>
                </a:lnTo>
                <a:lnTo>
                  <a:pt x="1877102" y="852256"/>
                </a:lnTo>
                <a:lnTo>
                  <a:pt x="1935761" y="868072"/>
                </a:lnTo>
                <a:lnTo>
                  <a:pt x="1994421" y="926544"/>
                </a:lnTo>
                <a:lnTo>
                  <a:pt x="2053080" y="955988"/>
                </a:lnTo>
                <a:lnTo>
                  <a:pt x="2111739" y="971880"/>
                </a:lnTo>
                <a:lnTo>
                  <a:pt x="2170399" y="807549"/>
                </a:lnTo>
                <a:lnTo>
                  <a:pt x="2229058" y="751847"/>
                </a:lnTo>
                <a:lnTo>
                  <a:pt x="2287718" y="564327"/>
                </a:lnTo>
                <a:lnTo>
                  <a:pt x="2346377" y="106280"/>
                </a:lnTo>
                <a:lnTo>
                  <a:pt x="2639674" y="186320"/>
                </a:lnTo>
                <a:lnTo>
                  <a:pt x="2932972" y="27463"/>
                </a:lnTo>
                <a:lnTo>
                  <a:pt x="3226269" y="0"/>
                </a:lnTo>
                <a:lnTo>
                  <a:pt x="3519566" y="66338"/>
                </a:lnTo>
                <a:lnTo>
                  <a:pt x="3812863" y="278306"/>
                </a:lnTo>
              </a:path>
            </a:pathLst>
          </a:custGeom>
          <a:noFill/>
          <a:ln w="22860">
            <a:solidFill>
              <a:srgbClr val="1B7F4B"/>
            </a:solidFill>
            <a:prstDash val="dash"/>
            <a:round/>
          </a:ln>
        </p:spPr>
        <p:txBody>
          <a:bodyPr rtlCol="0" anchor="ctr"/>
          <a:lstStyle/>
          <a:p>
            <a:pPr algn="ctr"/>
          </a:p>
        </p:txBody>
      </p:sp>
      <p:pic>
        <p:nvPicPr>
          <p:cNvPr id="108" name="!!body_phantom" descr="Benzel's vertebra drawing, laid over the lines so none hides it."/>
          <p:cNvPicPr>
            <a:picLocks noChangeAspect="1"/>
          </p:cNvPicPr>
          <p:nvPr/>
        </p:nvPicPr>
        <p:blipFill>
          <a:blip r:embed="rId4"/>
          <a:stretch>
            <a:fillRect/>
          </a:stretch>
        </p:blipFill>
        <p:spPr>
          <a:xfrm>
            <a:off x="3447555" y="1700244"/>
            <a:ext cx="900177" cy="934146"/>
          </a:xfrm>
          <a:prstGeom prst="rect">
            <a:avLst/>
          </a:prstGeom>
        </p:spPr>
      </p:pic>
      <p:pic>
        <p:nvPicPr>
          <p:cNvPr id="109" name="!!canal_phantom" descr="Benzel's vertebra drawing, laid over the lines so none hides it."/>
          <p:cNvPicPr>
            <a:picLocks noChangeAspect="1"/>
          </p:cNvPicPr>
          <p:nvPr/>
        </p:nvPicPr>
        <p:blipFill>
          <a:blip r:embed="rId5"/>
          <a:stretch>
            <a:fillRect/>
          </a:stretch>
        </p:blipFill>
        <p:spPr>
          <a:xfrm>
            <a:off x="8967612" y="1659910"/>
            <a:ext cx="891096" cy="80541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Benzel's plots, redrawn from our whole-spine CTs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Gray: Alonge, 120 Nigerian adults' CTs, L1 to L5; width at the widest pedicle cut. Orange: our adults reweighted to their sex and age.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Alonge OJ, Adeolu AA, Omololu AB, Atalabi OM. Afr J Med Med Sci 2021;50:69-76.   Benzel EC. Biomechanics of Spine Stabilization, 3rd ed. Thieme; 2015, ch. 1, Figs 1.1 and 1.9, digitised.   Gold tiers 3 and 4: public CT, C2 to the sacrum in view.</a:t>
            </a:r>
          </a:p>
        </p:txBody>
      </p:sp>
      <p:pic>
        <p:nvPicPr>
          <p:cNvPr id="6" name="!!body_base" descr="image.png"/>
          <p:cNvPicPr>
            <a:picLocks noChangeAspect="1"/>
          </p:cNvPicPr>
          <p:nvPr/>
        </p:nvPicPr>
        <p:blipFill>
          <a:blip r:embed="rId2"/>
          <a:stretch>
            <a:fillRect/>
          </a:stretch>
        </p:blipFill>
        <p:spPr>
          <a:xfrm>
            <a:off x="2377533" y="1420000"/>
            <a:ext cx="4203658" cy="3830000"/>
          </a:xfrm>
          <a:prstGeom prst="rect">
            <a:avLst/>
          </a:prstGeom>
        </p:spPr>
      </p:pic>
      <p:pic>
        <p:nvPicPr>
          <p:cNvPr id="7" name="!!canal_base" descr="image.png"/>
          <p:cNvPicPr>
            <a:picLocks noChangeAspect="1"/>
          </p:cNvPicPr>
          <p:nvPr/>
        </p:nvPicPr>
        <p:blipFill>
          <a:blip r:embed="rId3"/>
          <a:stretch>
            <a:fillRect/>
          </a:stretch>
        </p:blipFill>
        <p:spPr>
          <a:xfrm>
            <a:off x="7031191" y="1420000"/>
            <a:ext cx="4241275" cy="3829999"/>
          </a:xfrm>
          <a:prstGeom prst="rect">
            <a:avLst/>
          </a:prstGeom>
        </p:spPr>
      </p:pic>
      <p:sp>
        <p:nvSpPr>
          <p:cNvPr id="8" name="!!body_x_w_T13"/>
          <p:cNvSpPr/>
          <p:nvPr/>
        </p:nvSpPr>
        <p:spPr>
          <a:xfrm>
            <a:off x="4758700" y="2340102"/>
            <a:ext cx="63500" cy="63500"/>
          </a:xfrm>
          <a:prstGeom prst="ellipse">
            <a:avLst/>
          </a:prstGeom>
          <a:solidFill>
            <a:srgbClr val="FFFFFF"/>
          </a:solidFill>
          <a:ln w="12700">
            <a:solidFill>
              <a:srgbClr val="333333"/>
            </a:solidFill>
          </a:ln>
        </p:spPr>
        <p:txBody>
          <a:bodyPr rtlCol="0" anchor="ctr"/>
          <a:lstStyle/>
          <a:p>
            <a:pPr algn="ctr"/>
          </a:p>
        </p:txBody>
      </p:sp>
      <p:sp>
        <p:nvSpPr>
          <p:cNvPr id="9" name="!!body_x_w_L6"/>
          <p:cNvSpPr/>
          <p:nvPr/>
        </p:nvSpPr>
        <p:spPr>
          <a:xfrm>
            <a:off x="6795138" y="2614717"/>
            <a:ext cx="63500" cy="63500"/>
          </a:xfrm>
          <a:prstGeom prst="ellipse">
            <a:avLst/>
          </a:prstGeom>
          <a:solidFill>
            <a:srgbClr val="FFFFFF"/>
          </a:solidFill>
          <a:ln w="12700">
            <a:solidFill>
              <a:srgbClr val="333333"/>
            </a:solidFill>
          </a:ln>
        </p:spPr>
        <p:txBody>
          <a:bodyPr rtlCol="0" anchor="ctr"/>
          <a:lstStyle/>
          <a:p>
            <a:pPr algn="ctr"/>
          </a:p>
        </p:txBody>
      </p:sp>
      <p:sp>
        <p:nvSpPr>
          <p:cNvPr id="10" name="!!body_x_d_T13"/>
          <p:cNvSpPr/>
          <p:nvPr/>
        </p:nvSpPr>
        <p:spPr>
          <a:xfrm>
            <a:off x="4854968" y="3303247"/>
            <a:ext cx="63500" cy="63500"/>
          </a:xfrm>
          <a:prstGeom prst="ellipse">
            <a:avLst/>
          </a:prstGeom>
          <a:solidFill>
            <a:srgbClr val="FFFFFF"/>
          </a:solidFill>
          <a:ln w="12700">
            <a:solidFill>
              <a:srgbClr val="333333"/>
            </a:solidFill>
          </a:ln>
        </p:spPr>
        <p:txBody>
          <a:bodyPr rtlCol="0" anchor="ctr"/>
          <a:lstStyle/>
          <a:p>
            <a:pPr algn="ctr"/>
          </a:p>
        </p:txBody>
      </p:sp>
      <p:sp>
        <p:nvSpPr>
          <p:cNvPr id="11" name="!!body_x_d_L6"/>
          <p:cNvSpPr/>
          <p:nvPr/>
        </p:nvSpPr>
        <p:spPr>
          <a:xfrm>
            <a:off x="6891406" y="3282755"/>
            <a:ext cx="63500" cy="63500"/>
          </a:xfrm>
          <a:prstGeom prst="ellipse">
            <a:avLst/>
          </a:prstGeom>
          <a:solidFill>
            <a:srgbClr val="FFFFFF"/>
          </a:solidFill>
          <a:ln w="12700">
            <a:solidFill>
              <a:srgbClr val="333333"/>
            </a:solidFill>
          </a:ln>
        </p:spPr>
        <p:txBody>
          <a:bodyPr rtlCol="0" anchor="ctr"/>
          <a:lstStyle/>
          <a:p>
            <a:pPr algn="ctr"/>
          </a:p>
        </p:txBody>
      </p:sp>
      <p:sp>
        <p:nvSpPr>
          <p:cNvPr id="3" name="!!body_w_m"/>
          <p:cNvSpPr/>
          <p:nvPr/>
        </p:nvSpPr>
        <p:spPr>
          <a:xfrm>
            <a:off x="2802145" y="2173666"/>
            <a:ext cx="3702616" cy="2240369"/>
          </a:xfrm>
          <a:custGeom>
            <a:avLst/>
            <a:gdLst/>
            <a:ahLst/>
            <a:cxnLst/>
            <a:rect l="l" t="t" r="r" b="b"/>
            <a:pathLst>
              <a:path w="3702616" h="2240369">
                <a:moveTo>
                  <a:pt x="0" y="2240369"/>
                </a:moveTo>
                <a:lnTo>
                  <a:pt x="185131" y="2210237"/>
                </a:lnTo>
                <a:lnTo>
                  <a:pt x="370262" y="2130269"/>
                </a:lnTo>
                <a:lnTo>
                  <a:pt x="555392" y="1936705"/>
                </a:lnTo>
                <a:lnTo>
                  <a:pt x="740523" y="1916615"/>
                </a:lnTo>
                <a:lnTo>
                  <a:pt x="925654" y="1583094"/>
                </a:lnTo>
                <a:lnTo>
                  <a:pt x="1110785" y="1410908"/>
                </a:lnTo>
                <a:lnTo>
                  <a:pt x="1184837" y="1615881"/>
                </a:lnTo>
                <a:lnTo>
                  <a:pt x="1258889" y="1661521"/>
                </a:lnTo>
                <a:lnTo>
                  <a:pt x="1332942" y="1611342"/>
                </a:lnTo>
                <a:lnTo>
                  <a:pt x="1406994" y="1493324"/>
                </a:lnTo>
                <a:lnTo>
                  <a:pt x="1481046" y="1371583"/>
                </a:lnTo>
                <a:lnTo>
                  <a:pt x="1555099" y="1223033"/>
                </a:lnTo>
                <a:lnTo>
                  <a:pt x="1629151" y="1104456"/>
                </a:lnTo>
                <a:lnTo>
                  <a:pt x="1703203" y="928414"/>
                </a:lnTo>
                <a:lnTo>
                  <a:pt x="1777256" y="772871"/>
                </a:lnTo>
                <a:lnTo>
                  <a:pt x="1851308" y="672001"/>
                </a:lnTo>
                <a:lnTo>
                  <a:pt x="2221569" y="475209"/>
                </a:lnTo>
                <a:lnTo>
                  <a:pt x="2591831" y="306648"/>
                </a:lnTo>
                <a:lnTo>
                  <a:pt x="2962093" y="116319"/>
                </a:lnTo>
                <a:lnTo>
                  <a:pt x="3332354" y="0"/>
                </a:lnTo>
                <a:lnTo>
                  <a:pt x="3702616" y="267365"/>
                </a:lnTo>
              </a:path>
            </a:pathLst>
          </a:custGeom>
          <a:noFill/>
          <a:ln w="22860">
            <a:solidFill>
              <a:srgbClr val="C26A00"/>
            </a:solidFill>
            <a:round/>
          </a:ln>
        </p:spPr>
        <p:txBody>
          <a:bodyPr rtlCol="0" anchor="ctr"/>
          <a:lstStyle/>
          <a:p>
            <a:pPr algn="ctr"/>
          </a:p>
        </p:txBody>
      </p:sp>
      <p:sp>
        <p:nvSpPr>
          <p:cNvPr id="12" name="!!body_w_f"/>
          <p:cNvSpPr/>
          <p:nvPr/>
        </p:nvSpPr>
        <p:spPr>
          <a:xfrm>
            <a:off x="2802145" y="2173666"/>
            <a:ext cx="3702616" cy="2240369"/>
          </a:xfrm>
          <a:custGeom>
            <a:avLst/>
            <a:gdLst/>
            <a:ahLst/>
            <a:cxnLst/>
            <a:rect l="l" t="t" r="r" b="b"/>
            <a:pathLst>
              <a:path w="3702616" h="2240369">
                <a:moveTo>
                  <a:pt x="0" y="2240369"/>
                </a:moveTo>
                <a:lnTo>
                  <a:pt x="185131" y="2210237"/>
                </a:lnTo>
                <a:lnTo>
                  <a:pt x="370262" y="2130269"/>
                </a:lnTo>
                <a:lnTo>
                  <a:pt x="555392" y="1936705"/>
                </a:lnTo>
                <a:lnTo>
                  <a:pt x="740523" y="1916615"/>
                </a:lnTo>
                <a:lnTo>
                  <a:pt x="925654" y="1583094"/>
                </a:lnTo>
                <a:lnTo>
                  <a:pt x="1110785" y="1410908"/>
                </a:lnTo>
                <a:lnTo>
                  <a:pt x="1184837" y="1615881"/>
                </a:lnTo>
                <a:lnTo>
                  <a:pt x="1258889" y="1661521"/>
                </a:lnTo>
                <a:lnTo>
                  <a:pt x="1332942" y="1611342"/>
                </a:lnTo>
                <a:lnTo>
                  <a:pt x="1406994" y="1493324"/>
                </a:lnTo>
                <a:lnTo>
                  <a:pt x="1481046" y="1371583"/>
                </a:lnTo>
                <a:lnTo>
                  <a:pt x="1555099" y="1223033"/>
                </a:lnTo>
                <a:lnTo>
                  <a:pt x="1629151" y="1104456"/>
                </a:lnTo>
                <a:lnTo>
                  <a:pt x="1703203" y="928414"/>
                </a:lnTo>
                <a:lnTo>
                  <a:pt x="1777256" y="772871"/>
                </a:lnTo>
                <a:lnTo>
                  <a:pt x="1851308" y="672001"/>
                </a:lnTo>
                <a:lnTo>
                  <a:pt x="2221569" y="475209"/>
                </a:lnTo>
                <a:lnTo>
                  <a:pt x="2591831" y="306648"/>
                </a:lnTo>
                <a:lnTo>
                  <a:pt x="2962093" y="116319"/>
                </a:lnTo>
                <a:lnTo>
                  <a:pt x="3332354" y="0"/>
                </a:lnTo>
                <a:lnTo>
                  <a:pt x="3702616" y="267365"/>
                </a:lnTo>
              </a:path>
            </a:pathLst>
          </a:custGeom>
          <a:noFill/>
          <a:ln w="22860">
            <a:solidFill>
              <a:srgbClr val="C26A00"/>
            </a:solidFill>
            <a:round/>
          </a:ln>
        </p:spPr>
        <p:txBody>
          <a:bodyPr rtlCol="0" anchor="ctr"/>
          <a:lstStyle/>
          <a:p>
            <a:pPr algn="ctr"/>
          </a:p>
        </p:txBody>
      </p:sp>
      <p:sp>
        <p:nvSpPr>
          <p:cNvPr id="13" name="!!body_d_m"/>
          <p:cNvSpPr/>
          <p:nvPr/>
        </p:nvSpPr>
        <p:spPr>
          <a:xfrm>
            <a:off x="3187943" y="3287534"/>
            <a:ext cx="3316818" cy="1261856"/>
          </a:xfrm>
          <a:custGeom>
            <a:avLst/>
            <a:gdLst/>
            <a:ahLst/>
            <a:cxnLst/>
            <a:rect l="l" t="t" r="r" b="b"/>
            <a:pathLst>
              <a:path w="3316818" h="1261856">
                <a:moveTo>
                  <a:pt x="0" y="1261856"/>
                </a:moveTo>
                <a:lnTo>
                  <a:pt x="169594" y="1172940"/>
                </a:lnTo>
                <a:lnTo>
                  <a:pt x="354725" y="1067341"/>
                </a:lnTo>
                <a:lnTo>
                  <a:pt x="539856" y="1110986"/>
                </a:lnTo>
                <a:lnTo>
                  <a:pt x="724987" y="1002713"/>
                </a:lnTo>
                <a:lnTo>
                  <a:pt x="799039" y="881502"/>
                </a:lnTo>
                <a:lnTo>
                  <a:pt x="873091" y="749513"/>
                </a:lnTo>
                <a:lnTo>
                  <a:pt x="947144" y="639272"/>
                </a:lnTo>
                <a:lnTo>
                  <a:pt x="1021196" y="534720"/>
                </a:lnTo>
                <a:lnTo>
                  <a:pt x="1095248" y="421705"/>
                </a:lnTo>
                <a:lnTo>
                  <a:pt x="1169301" y="320338"/>
                </a:lnTo>
                <a:lnTo>
                  <a:pt x="1243353" y="236721"/>
                </a:lnTo>
                <a:lnTo>
                  <a:pt x="1317405" y="187643"/>
                </a:lnTo>
                <a:lnTo>
                  <a:pt x="1391458" y="187153"/>
                </a:lnTo>
                <a:lnTo>
                  <a:pt x="1465510" y="189167"/>
                </a:lnTo>
                <a:lnTo>
                  <a:pt x="1835771" y="140552"/>
                </a:lnTo>
                <a:lnTo>
                  <a:pt x="2206033" y="53311"/>
                </a:lnTo>
                <a:lnTo>
                  <a:pt x="2576295" y="0"/>
                </a:lnTo>
                <a:lnTo>
                  <a:pt x="2946556" y="29624"/>
                </a:lnTo>
                <a:lnTo>
                  <a:pt x="3316818" y="160704"/>
                </a:lnTo>
              </a:path>
            </a:pathLst>
          </a:custGeom>
          <a:noFill/>
          <a:ln w="22860">
            <a:solidFill>
              <a:srgbClr val="C26A00"/>
            </a:solidFill>
            <a:prstDash val="dash"/>
            <a:round/>
          </a:ln>
        </p:spPr>
        <p:txBody>
          <a:bodyPr rtlCol="0" anchor="ctr"/>
          <a:lstStyle/>
          <a:p>
            <a:pPr algn="ctr"/>
          </a:p>
        </p:txBody>
      </p:sp>
      <p:sp>
        <p:nvSpPr>
          <p:cNvPr id="14" name="!!body_d_f"/>
          <p:cNvSpPr/>
          <p:nvPr/>
        </p:nvSpPr>
        <p:spPr>
          <a:xfrm>
            <a:off x="3187943" y="3287534"/>
            <a:ext cx="3316818" cy="1261856"/>
          </a:xfrm>
          <a:custGeom>
            <a:avLst/>
            <a:gdLst/>
            <a:ahLst/>
            <a:cxnLst/>
            <a:rect l="l" t="t" r="r" b="b"/>
            <a:pathLst>
              <a:path w="3316818" h="1261856">
                <a:moveTo>
                  <a:pt x="0" y="1261856"/>
                </a:moveTo>
                <a:lnTo>
                  <a:pt x="169594" y="1172940"/>
                </a:lnTo>
                <a:lnTo>
                  <a:pt x="354725" y="1067341"/>
                </a:lnTo>
                <a:lnTo>
                  <a:pt x="539856" y="1110986"/>
                </a:lnTo>
                <a:lnTo>
                  <a:pt x="724987" y="1002713"/>
                </a:lnTo>
                <a:lnTo>
                  <a:pt x="799039" y="881502"/>
                </a:lnTo>
                <a:lnTo>
                  <a:pt x="873091" y="749513"/>
                </a:lnTo>
                <a:lnTo>
                  <a:pt x="947144" y="639272"/>
                </a:lnTo>
                <a:lnTo>
                  <a:pt x="1021196" y="534720"/>
                </a:lnTo>
                <a:lnTo>
                  <a:pt x="1095248" y="421705"/>
                </a:lnTo>
                <a:lnTo>
                  <a:pt x="1169301" y="320338"/>
                </a:lnTo>
                <a:lnTo>
                  <a:pt x="1243353" y="236721"/>
                </a:lnTo>
                <a:lnTo>
                  <a:pt x="1317405" y="187643"/>
                </a:lnTo>
                <a:lnTo>
                  <a:pt x="1391458" y="187153"/>
                </a:lnTo>
                <a:lnTo>
                  <a:pt x="1465510" y="189167"/>
                </a:lnTo>
                <a:lnTo>
                  <a:pt x="1835771" y="140552"/>
                </a:lnTo>
                <a:lnTo>
                  <a:pt x="2206033" y="53311"/>
                </a:lnTo>
                <a:lnTo>
                  <a:pt x="2576295" y="0"/>
                </a:lnTo>
                <a:lnTo>
                  <a:pt x="2946556" y="29624"/>
                </a:lnTo>
                <a:lnTo>
                  <a:pt x="3316818" y="160704"/>
                </a:lnTo>
              </a:path>
            </a:pathLst>
          </a:custGeom>
          <a:noFill/>
          <a:ln w="22860">
            <a:solidFill>
              <a:srgbClr val="C26A00"/>
            </a:solidFill>
            <a:prstDash val="dash"/>
            <a:round/>
          </a:ln>
        </p:spPr>
        <p:txBody>
          <a:bodyPr rtlCol="0" anchor="ctr"/>
          <a:lstStyle/>
          <a:p>
            <a:pPr algn="ctr"/>
          </a:p>
        </p:txBody>
      </p:sp>
      <p:sp>
        <p:nvSpPr>
          <p:cNvPr id="15" name="!!canal_rw"/>
          <p:cNvSpPr/>
          <p:nvPr/>
        </p:nvSpPr>
        <p:spPr>
          <a:xfrm>
            <a:off x="10065004" y="1471409"/>
            <a:ext cx="1044149" cy="1183720"/>
          </a:xfrm>
          <a:custGeom>
            <a:avLst/>
            <a:gdLst/>
            <a:ahLst/>
            <a:cxnLst/>
            <a:rect l="l" t="t" r="r" b="b"/>
            <a:pathLst>
              <a:path w="1044149" h="1183720">
                <a:moveTo>
                  <a:pt x="0" y="1183720"/>
                </a:moveTo>
                <a:lnTo>
                  <a:pt x="293298" y="1110552"/>
                </a:lnTo>
                <a:lnTo>
                  <a:pt x="586595" y="884768"/>
                </a:lnTo>
                <a:lnTo>
                  <a:pt x="879892" y="470882"/>
                </a:lnTo>
                <a:lnTo>
                  <a:pt x="1044149" y="0"/>
                </a:lnTo>
              </a:path>
            </a:pathLst>
          </a:custGeom>
          <a:noFill/>
          <a:ln w="11430">
            <a:solidFill>
              <a:srgbClr val="5A5A5A"/>
            </a:solidFill>
            <a:prstDash val="sysDot"/>
            <a:round/>
          </a:ln>
        </p:spPr>
        <p:txBody>
          <a:bodyPr rtlCol="0" anchor="ctr"/>
          <a:lstStyle/>
          <a:p>
            <a:pPr algn="ctr"/>
          </a:p>
        </p:txBody>
      </p:sp>
      <p:sp>
        <p:nvSpPr>
          <p:cNvPr id="16" name="!!canal_rw_L1"/>
          <p:cNvSpPr/>
          <p:nvPr/>
        </p:nvSpPr>
        <p:spPr>
          <a:xfrm>
            <a:off x="10043414" y="2633539"/>
            <a:ext cx="43180" cy="43180"/>
          </a:xfrm>
          <a:prstGeom prst="diamond">
            <a:avLst/>
          </a:prstGeom>
          <a:solidFill>
            <a:srgbClr val="5A5A5A"/>
          </a:solidFill>
          <a:ln>
            <a:noFill/>
          </a:ln>
        </p:spPr>
        <p:txBody>
          <a:bodyPr rtlCol="0" anchor="ctr"/>
          <a:lstStyle/>
          <a:p>
            <a:pPr algn="ctr"/>
          </a:p>
        </p:txBody>
      </p:sp>
      <p:sp>
        <p:nvSpPr>
          <p:cNvPr id="17" name="!!canal_rw_L2"/>
          <p:cNvSpPr/>
          <p:nvPr/>
        </p:nvSpPr>
        <p:spPr>
          <a:xfrm>
            <a:off x="10336712" y="2560371"/>
            <a:ext cx="43180" cy="43180"/>
          </a:xfrm>
          <a:prstGeom prst="diamond">
            <a:avLst/>
          </a:prstGeom>
          <a:solidFill>
            <a:srgbClr val="5A5A5A"/>
          </a:solidFill>
          <a:ln>
            <a:noFill/>
          </a:ln>
        </p:spPr>
        <p:txBody>
          <a:bodyPr rtlCol="0" anchor="ctr"/>
          <a:lstStyle/>
          <a:p>
            <a:pPr algn="ctr"/>
          </a:p>
        </p:txBody>
      </p:sp>
      <p:sp>
        <p:nvSpPr>
          <p:cNvPr id="18" name="!!canal_rw_L3"/>
          <p:cNvSpPr/>
          <p:nvPr/>
        </p:nvSpPr>
        <p:spPr>
          <a:xfrm>
            <a:off x="10630009" y="2334587"/>
            <a:ext cx="43180" cy="43180"/>
          </a:xfrm>
          <a:prstGeom prst="diamond">
            <a:avLst/>
          </a:prstGeom>
          <a:solidFill>
            <a:srgbClr val="5A5A5A"/>
          </a:solidFill>
          <a:ln>
            <a:noFill/>
          </a:ln>
        </p:spPr>
        <p:txBody>
          <a:bodyPr rtlCol="0" anchor="ctr"/>
          <a:lstStyle/>
          <a:p>
            <a:pPr algn="ctr"/>
          </a:p>
        </p:txBody>
      </p:sp>
      <p:sp>
        <p:nvSpPr>
          <p:cNvPr id="19" name="!!canal_rw_L4"/>
          <p:cNvSpPr/>
          <p:nvPr/>
        </p:nvSpPr>
        <p:spPr>
          <a:xfrm>
            <a:off x="10923306" y="1920701"/>
            <a:ext cx="43180" cy="43180"/>
          </a:xfrm>
          <a:prstGeom prst="diamond">
            <a:avLst/>
          </a:prstGeom>
          <a:solidFill>
            <a:srgbClr val="5A5A5A"/>
          </a:solidFill>
          <a:ln>
            <a:noFill/>
          </a:ln>
        </p:spPr>
        <p:txBody>
          <a:bodyPr rtlCol="0" anchor="ctr"/>
          <a:lstStyle/>
          <a:p>
            <a:pPr algn="ctr"/>
          </a:p>
        </p:txBody>
      </p:sp>
      <p:sp>
        <p:nvSpPr>
          <p:cNvPr id="20" name="!!canal_rd"/>
          <p:cNvSpPr/>
          <p:nvPr/>
        </p:nvSpPr>
        <p:spPr>
          <a:xfrm>
            <a:off x="10065004" y="3622250"/>
            <a:ext cx="1173189" cy="188415"/>
          </a:xfrm>
          <a:custGeom>
            <a:avLst/>
            <a:gdLst/>
            <a:ahLst/>
            <a:cxnLst/>
            <a:rect l="l" t="t" r="r" b="b"/>
            <a:pathLst>
              <a:path w="1173189" h="188415">
                <a:moveTo>
                  <a:pt x="0" y="3140"/>
                </a:moveTo>
                <a:lnTo>
                  <a:pt x="293298" y="103864"/>
                </a:lnTo>
                <a:lnTo>
                  <a:pt x="586595" y="188415"/>
                </a:lnTo>
                <a:lnTo>
                  <a:pt x="879892" y="89732"/>
                </a:lnTo>
                <a:lnTo>
                  <a:pt x="1173189" y="0"/>
                </a:lnTo>
              </a:path>
            </a:pathLst>
          </a:custGeom>
          <a:noFill/>
          <a:ln w="11430">
            <a:solidFill>
              <a:srgbClr val="5A5A5A"/>
            </a:solidFill>
            <a:prstDash val="sysDot"/>
            <a:round/>
          </a:ln>
        </p:spPr>
        <p:txBody>
          <a:bodyPr rtlCol="0" anchor="ctr"/>
          <a:lstStyle/>
          <a:p>
            <a:pPr algn="ctr"/>
          </a:p>
        </p:txBody>
      </p:sp>
      <p:sp>
        <p:nvSpPr>
          <p:cNvPr id="21" name="!!canal_rd_L1"/>
          <p:cNvSpPr/>
          <p:nvPr/>
        </p:nvSpPr>
        <p:spPr>
          <a:xfrm>
            <a:off x="10043414" y="3603800"/>
            <a:ext cx="43180" cy="43180"/>
          </a:xfrm>
          <a:prstGeom prst="diamond">
            <a:avLst/>
          </a:prstGeom>
          <a:solidFill>
            <a:srgbClr val="5A5A5A"/>
          </a:solidFill>
          <a:ln>
            <a:noFill/>
          </a:ln>
        </p:spPr>
        <p:txBody>
          <a:bodyPr rtlCol="0" anchor="ctr"/>
          <a:lstStyle/>
          <a:p>
            <a:pPr algn="ctr"/>
          </a:p>
        </p:txBody>
      </p:sp>
      <p:sp>
        <p:nvSpPr>
          <p:cNvPr id="22" name="!!canal_rd_L2"/>
          <p:cNvSpPr/>
          <p:nvPr/>
        </p:nvSpPr>
        <p:spPr>
          <a:xfrm>
            <a:off x="10336712" y="3704524"/>
            <a:ext cx="43180" cy="43180"/>
          </a:xfrm>
          <a:prstGeom prst="diamond">
            <a:avLst/>
          </a:prstGeom>
          <a:solidFill>
            <a:srgbClr val="5A5A5A"/>
          </a:solidFill>
          <a:ln>
            <a:noFill/>
          </a:ln>
        </p:spPr>
        <p:txBody>
          <a:bodyPr rtlCol="0" anchor="ctr"/>
          <a:lstStyle/>
          <a:p>
            <a:pPr algn="ctr"/>
          </a:p>
        </p:txBody>
      </p:sp>
      <p:sp>
        <p:nvSpPr>
          <p:cNvPr id="23" name="!!canal_rd_L3"/>
          <p:cNvSpPr/>
          <p:nvPr/>
        </p:nvSpPr>
        <p:spPr>
          <a:xfrm>
            <a:off x="10630009" y="3789075"/>
            <a:ext cx="43180" cy="43180"/>
          </a:xfrm>
          <a:prstGeom prst="diamond">
            <a:avLst/>
          </a:prstGeom>
          <a:solidFill>
            <a:srgbClr val="5A5A5A"/>
          </a:solidFill>
          <a:ln>
            <a:noFill/>
          </a:ln>
        </p:spPr>
        <p:txBody>
          <a:bodyPr rtlCol="0" anchor="ctr"/>
          <a:lstStyle/>
          <a:p>
            <a:pPr algn="ctr"/>
          </a:p>
        </p:txBody>
      </p:sp>
      <p:sp>
        <p:nvSpPr>
          <p:cNvPr id="24" name="!!canal_rd_L4"/>
          <p:cNvSpPr/>
          <p:nvPr/>
        </p:nvSpPr>
        <p:spPr>
          <a:xfrm>
            <a:off x="10923306" y="3690392"/>
            <a:ext cx="43180" cy="43180"/>
          </a:xfrm>
          <a:prstGeom prst="diamond">
            <a:avLst/>
          </a:prstGeom>
          <a:solidFill>
            <a:srgbClr val="5A5A5A"/>
          </a:solidFill>
          <a:ln>
            <a:noFill/>
          </a:ln>
        </p:spPr>
        <p:txBody>
          <a:bodyPr rtlCol="0" anchor="ctr"/>
          <a:lstStyle/>
          <a:p>
            <a:pPr algn="ctr"/>
          </a:p>
        </p:txBody>
      </p:sp>
      <p:sp>
        <p:nvSpPr>
          <p:cNvPr id="25" name="!!canal_rd_L5"/>
          <p:cNvSpPr/>
          <p:nvPr/>
        </p:nvSpPr>
        <p:spPr>
          <a:xfrm>
            <a:off x="11216603" y="3600660"/>
            <a:ext cx="43180" cy="43180"/>
          </a:xfrm>
          <a:prstGeom prst="diamond">
            <a:avLst/>
          </a:prstGeom>
          <a:solidFill>
            <a:srgbClr val="5A5A5A"/>
          </a:solidFill>
          <a:ln>
            <a:noFill/>
          </a:ln>
        </p:spPr>
        <p:txBody>
          <a:bodyPr rtlCol="0" anchor="ctr"/>
          <a:lstStyle/>
          <a:p>
            <a:pPr algn="ctr"/>
          </a:p>
        </p:txBody>
      </p:sp>
      <p:sp>
        <p:nvSpPr>
          <p:cNvPr id="26" name="!!canal_x_w_L6"/>
          <p:cNvSpPr/>
          <p:nvPr/>
        </p:nvSpPr>
        <p:spPr>
          <a:xfrm>
            <a:off x="11461612" y="1926264"/>
            <a:ext cx="63500" cy="63500"/>
          </a:xfrm>
          <a:prstGeom prst="ellipse">
            <a:avLst/>
          </a:prstGeom>
          <a:solidFill>
            <a:srgbClr val="FFFFFF"/>
          </a:solidFill>
          <a:ln w="12700">
            <a:solidFill>
              <a:srgbClr val="333333"/>
            </a:solidFill>
          </a:ln>
        </p:spPr>
        <p:txBody>
          <a:bodyPr rtlCol="0" anchor="ctr"/>
          <a:lstStyle/>
          <a:p>
            <a:pPr algn="ctr"/>
          </a:p>
        </p:txBody>
      </p:sp>
      <p:sp>
        <p:nvSpPr>
          <p:cNvPr id="27" name="!!canal_x_d_L6"/>
          <p:cNvSpPr/>
          <p:nvPr/>
        </p:nvSpPr>
        <p:spPr>
          <a:xfrm>
            <a:off x="11537869" y="3157326"/>
            <a:ext cx="63500" cy="63500"/>
          </a:xfrm>
          <a:prstGeom prst="ellipse">
            <a:avLst/>
          </a:prstGeom>
          <a:solidFill>
            <a:srgbClr val="FFFFFF"/>
          </a:solidFill>
          <a:ln w="12700">
            <a:solidFill>
              <a:srgbClr val="333333"/>
            </a:solidFill>
          </a:ln>
        </p:spPr>
        <p:txBody>
          <a:bodyPr rtlCol="0" anchor="ctr"/>
          <a:lstStyle/>
          <a:p>
            <a:pPr algn="ctr"/>
          </a:p>
        </p:txBody>
      </p:sp>
      <p:sp>
        <p:nvSpPr>
          <p:cNvPr id="28" name="!!canal_w_m"/>
          <p:cNvSpPr/>
          <p:nvPr/>
        </p:nvSpPr>
        <p:spPr>
          <a:xfrm>
            <a:off x="7425330" y="2096661"/>
            <a:ext cx="3812863" cy="1553449"/>
          </a:xfrm>
          <a:custGeom>
            <a:avLst/>
            <a:gdLst/>
            <a:ahLst/>
            <a:cxnLst/>
            <a:rect l="l" t="t" r="r" b="b"/>
            <a:pathLst>
              <a:path w="3812863" h="1553449">
                <a:moveTo>
                  <a:pt x="0" y="296533"/>
                </a:moveTo>
                <a:lnTo>
                  <a:pt x="293297" y="422909"/>
                </a:lnTo>
                <a:lnTo>
                  <a:pt x="586594" y="331500"/>
                </a:lnTo>
                <a:lnTo>
                  <a:pt x="879891" y="243853"/>
                </a:lnTo>
                <a:lnTo>
                  <a:pt x="1173188" y="246346"/>
                </a:lnTo>
                <a:lnTo>
                  <a:pt x="1466486" y="379274"/>
                </a:lnTo>
                <a:lnTo>
                  <a:pt x="1613134" y="716111"/>
                </a:lnTo>
                <a:lnTo>
                  <a:pt x="1759783" y="1106914"/>
                </a:lnTo>
                <a:lnTo>
                  <a:pt x="1818442" y="1381537"/>
                </a:lnTo>
                <a:lnTo>
                  <a:pt x="1877102" y="1495973"/>
                </a:lnTo>
                <a:lnTo>
                  <a:pt x="1935761" y="1547569"/>
                </a:lnTo>
                <a:lnTo>
                  <a:pt x="1994421" y="1553449"/>
                </a:lnTo>
                <a:lnTo>
                  <a:pt x="2053080" y="1536938"/>
                </a:lnTo>
                <a:lnTo>
                  <a:pt x="2111739" y="1477739"/>
                </a:lnTo>
                <a:lnTo>
                  <a:pt x="2170399" y="1397042"/>
                </a:lnTo>
                <a:lnTo>
                  <a:pt x="2229058" y="1360014"/>
                </a:lnTo>
                <a:lnTo>
                  <a:pt x="2287718" y="1024506"/>
                </a:lnTo>
                <a:lnTo>
                  <a:pt x="2346377" y="377058"/>
                </a:lnTo>
                <a:lnTo>
                  <a:pt x="2639674" y="261183"/>
                </a:lnTo>
                <a:lnTo>
                  <a:pt x="2932972" y="292204"/>
                </a:lnTo>
                <a:lnTo>
                  <a:pt x="3226269" y="244885"/>
                </a:lnTo>
                <a:lnTo>
                  <a:pt x="3519566" y="76015"/>
                </a:lnTo>
                <a:lnTo>
                  <a:pt x="3812863" y="0"/>
                </a:lnTo>
              </a:path>
            </a:pathLst>
          </a:custGeom>
          <a:noFill/>
          <a:ln w="22860">
            <a:solidFill>
              <a:srgbClr val="C26A00"/>
            </a:solidFill>
            <a:round/>
          </a:ln>
        </p:spPr>
        <p:txBody>
          <a:bodyPr rtlCol="0" anchor="ctr"/>
          <a:lstStyle/>
          <a:p>
            <a:pPr algn="ctr"/>
          </a:p>
        </p:txBody>
      </p:sp>
      <p:sp>
        <p:nvSpPr>
          <p:cNvPr id="29" name="!!canal_w_f"/>
          <p:cNvSpPr/>
          <p:nvPr/>
        </p:nvSpPr>
        <p:spPr>
          <a:xfrm>
            <a:off x="7425330" y="2096661"/>
            <a:ext cx="3812863" cy="1553449"/>
          </a:xfrm>
          <a:custGeom>
            <a:avLst/>
            <a:gdLst/>
            <a:ahLst/>
            <a:cxnLst/>
            <a:rect l="l" t="t" r="r" b="b"/>
            <a:pathLst>
              <a:path w="3812863" h="1553449">
                <a:moveTo>
                  <a:pt x="0" y="296533"/>
                </a:moveTo>
                <a:lnTo>
                  <a:pt x="293297" y="422909"/>
                </a:lnTo>
                <a:lnTo>
                  <a:pt x="586594" y="331500"/>
                </a:lnTo>
                <a:lnTo>
                  <a:pt x="879891" y="243853"/>
                </a:lnTo>
                <a:lnTo>
                  <a:pt x="1173188" y="246346"/>
                </a:lnTo>
                <a:lnTo>
                  <a:pt x="1466486" y="379274"/>
                </a:lnTo>
                <a:lnTo>
                  <a:pt x="1613134" y="716111"/>
                </a:lnTo>
                <a:lnTo>
                  <a:pt x="1759783" y="1106914"/>
                </a:lnTo>
                <a:lnTo>
                  <a:pt x="1818442" y="1381537"/>
                </a:lnTo>
                <a:lnTo>
                  <a:pt x="1877102" y="1495973"/>
                </a:lnTo>
                <a:lnTo>
                  <a:pt x="1935761" y="1547569"/>
                </a:lnTo>
                <a:lnTo>
                  <a:pt x="1994421" y="1553449"/>
                </a:lnTo>
                <a:lnTo>
                  <a:pt x="2053080" y="1536938"/>
                </a:lnTo>
                <a:lnTo>
                  <a:pt x="2111739" y="1477739"/>
                </a:lnTo>
                <a:lnTo>
                  <a:pt x="2170399" y="1397042"/>
                </a:lnTo>
                <a:lnTo>
                  <a:pt x="2229058" y="1360014"/>
                </a:lnTo>
                <a:lnTo>
                  <a:pt x="2287718" y="1024506"/>
                </a:lnTo>
                <a:lnTo>
                  <a:pt x="2346377" y="377058"/>
                </a:lnTo>
                <a:lnTo>
                  <a:pt x="2639674" y="261183"/>
                </a:lnTo>
                <a:lnTo>
                  <a:pt x="2932972" y="292204"/>
                </a:lnTo>
                <a:lnTo>
                  <a:pt x="3226269" y="244885"/>
                </a:lnTo>
                <a:lnTo>
                  <a:pt x="3519566" y="76015"/>
                </a:lnTo>
                <a:lnTo>
                  <a:pt x="3812863" y="0"/>
                </a:lnTo>
              </a:path>
            </a:pathLst>
          </a:custGeom>
          <a:noFill/>
          <a:ln w="22860">
            <a:solidFill>
              <a:srgbClr val="C26A00"/>
            </a:solidFill>
            <a:round/>
          </a:ln>
        </p:spPr>
        <p:txBody>
          <a:bodyPr rtlCol="0" anchor="ctr"/>
          <a:lstStyle/>
          <a:p>
            <a:pPr algn="ctr"/>
          </a:p>
        </p:txBody>
      </p:sp>
      <p:sp>
        <p:nvSpPr>
          <p:cNvPr id="30" name="!!canal_d_m"/>
          <p:cNvSpPr/>
          <p:nvPr/>
        </p:nvSpPr>
        <p:spPr>
          <a:xfrm>
            <a:off x="7425330" y="3104114"/>
            <a:ext cx="3812863" cy="887673"/>
          </a:xfrm>
          <a:custGeom>
            <a:avLst/>
            <a:gdLst/>
            <a:ahLst/>
            <a:cxnLst/>
            <a:rect l="l" t="t" r="r" b="b"/>
            <a:pathLst>
              <a:path w="3812863" h="887673">
                <a:moveTo>
                  <a:pt x="0" y="412482"/>
                </a:moveTo>
                <a:lnTo>
                  <a:pt x="293297" y="806615"/>
                </a:lnTo>
                <a:lnTo>
                  <a:pt x="586594" y="887673"/>
                </a:lnTo>
                <a:lnTo>
                  <a:pt x="879891" y="852476"/>
                </a:lnTo>
                <a:lnTo>
                  <a:pt x="1173188" y="811267"/>
                </a:lnTo>
                <a:lnTo>
                  <a:pt x="1466486" y="680263"/>
                </a:lnTo>
                <a:lnTo>
                  <a:pt x="1613134" y="347887"/>
                </a:lnTo>
                <a:lnTo>
                  <a:pt x="1759783" y="453261"/>
                </a:lnTo>
                <a:lnTo>
                  <a:pt x="1818442" y="534601"/>
                </a:lnTo>
                <a:lnTo>
                  <a:pt x="1877102" y="533191"/>
                </a:lnTo>
                <a:lnTo>
                  <a:pt x="1935761" y="524936"/>
                </a:lnTo>
                <a:lnTo>
                  <a:pt x="1994421" y="600556"/>
                </a:lnTo>
                <a:lnTo>
                  <a:pt x="2053080" y="633567"/>
                </a:lnTo>
                <a:lnTo>
                  <a:pt x="2111739" y="674509"/>
                </a:lnTo>
                <a:lnTo>
                  <a:pt x="2170399" y="663061"/>
                </a:lnTo>
                <a:lnTo>
                  <a:pt x="2229058" y="537471"/>
                </a:lnTo>
                <a:lnTo>
                  <a:pt x="2287718" y="261467"/>
                </a:lnTo>
                <a:lnTo>
                  <a:pt x="2346377" y="52992"/>
                </a:lnTo>
                <a:lnTo>
                  <a:pt x="2639674" y="257951"/>
                </a:lnTo>
                <a:lnTo>
                  <a:pt x="2932972" y="343586"/>
                </a:lnTo>
                <a:lnTo>
                  <a:pt x="3226269" y="402903"/>
                </a:lnTo>
                <a:lnTo>
                  <a:pt x="3519566" y="254841"/>
                </a:lnTo>
                <a:lnTo>
                  <a:pt x="3812863" y="0"/>
                </a:lnTo>
              </a:path>
            </a:pathLst>
          </a:custGeom>
          <a:noFill/>
          <a:ln w="22860">
            <a:solidFill>
              <a:srgbClr val="C26A00"/>
            </a:solidFill>
            <a:prstDash val="dash"/>
            <a:round/>
          </a:ln>
        </p:spPr>
        <p:txBody>
          <a:bodyPr rtlCol="0" anchor="ctr"/>
          <a:lstStyle/>
          <a:p>
            <a:pPr algn="ctr"/>
          </a:p>
        </p:txBody>
      </p:sp>
      <p:sp>
        <p:nvSpPr>
          <p:cNvPr id="31" name="!!canal_d_f"/>
          <p:cNvSpPr/>
          <p:nvPr/>
        </p:nvSpPr>
        <p:spPr>
          <a:xfrm>
            <a:off x="7425330" y="3104114"/>
            <a:ext cx="3812863" cy="887673"/>
          </a:xfrm>
          <a:custGeom>
            <a:avLst/>
            <a:gdLst/>
            <a:ahLst/>
            <a:cxnLst/>
            <a:rect l="l" t="t" r="r" b="b"/>
            <a:pathLst>
              <a:path w="3812863" h="887673">
                <a:moveTo>
                  <a:pt x="0" y="412482"/>
                </a:moveTo>
                <a:lnTo>
                  <a:pt x="293297" y="806615"/>
                </a:lnTo>
                <a:lnTo>
                  <a:pt x="586594" y="887673"/>
                </a:lnTo>
                <a:lnTo>
                  <a:pt x="879891" y="852476"/>
                </a:lnTo>
                <a:lnTo>
                  <a:pt x="1173188" y="811267"/>
                </a:lnTo>
                <a:lnTo>
                  <a:pt x="1466486" y="680263"/>
                </a:lnTo>
                <a:lnTo>
                  <a:pt x="1613134" y="347887"/>
                </a:lnTo>
                <a:lnTo>
                  <a:pt x="1759783" y="453261"/>
                </a:lnTo>
                <a:lnTo>
                  <a:pt x="1818442" y="534601"/>
                </a:lnTo>
                <a:lnTo>
                  <a:pt x="1877102" y="533191"/>
                </a:lnTo>
                <a:lnTo>
                  <a:pt x="1935761" y="524936"/>
                </a:lnTo>
                <a:lnTo>
                  <a:pt x="1994421" y="600556"/>
                </a:lnTo>
                <a:lnTo>
                  <a:pt x="2053080" y="633567"/>
                </a:lnTo>
                <a:lnTo>
                  <a:pt x="2111739" y="674509"/>
                </a:lnTo>
                <a:lnTo>
                  <a:pt x="2170399" y="663061"/>
                </a:lnTo>
                <a:lnTo>
                  <a:pt x="2229058" y="537471"/>
                </a:lnTo>
                <a:lnTo>
                  <a:pt x="2287718" y="261467"/>
                </a:lnTo>
                <a:lnTo>
                  <a:pt x="2346377" y="52992"/>
                </a:lnTo>
                <a:lnTo>
                  <a:pt x="2639674" y="257951"/>
                </a:lnTo>
                <a:lnTo>
                  <a:pt x="2932972" y="343586"/>
                </a:lnTo>
                <a:lnTo>
                  <a:pt x="3226269" y="402903"/>
                </a:lnTo>
                <a:lnTo>
                  <a:pt x="3519566" y="254841"/>
                </a:lnTo>
                <a:lnTo>
                  <a:pt x="3812863" y="0"/>
                </a:lnTo>
              </a:path>
            </a:pathLst>
          </a:custGeom>
          <a:noFill/>
          <a:ln w="22860">
            <a:solidFill>
              <a:srgbClr val="C26A00"/>
            </a:solidFill>
            <a:prstDash val="dash"/>
            <a:round/>
          </a:ln>
        </p:spPr>
        <p:txBody>
          <a:bodyPr rtlCol="0" anchor="ctr"/>
          <a:lstStyle/>
          <a:p>
            <a:pPr algn="ctr"/>
          </a:p>
        </p:txBody>
      </p:sp>
      <p:pic>
        <p:nvPicPr>
          <p:cNvPr id="32" name="!!body_phantom" descr="Benzel's vertebra drawing, laid over the lines so none hides it."/>
          <p:cNvPicPr>
            <a:picLocks noChangeAspect="1"/>
          </p:cNvPicPr>
          <p:nvPr/>
        </p:nvPicPr>
        <p:blipFill>
          <a:blip r:embed="rId4"/>
          <a:stretch>
            <a:fillRect/>
          </a:stretch>
        </p:blipFill>
        <p:spPr>
          <a:xfrm>
            <a:off x="3447555" y="1700244"/>
            <a:ext cx="900177" cy="934146"/>
          </a:xfrm>
          <a:prstGeom prst="rect">
            <a:avLst/>
          </a:prstGeom>
        </p:spPr>
      </p:pic>
      <p:pic>
        <p:nvPicPr>
          <p:cNvPr id="33" name="!!canal_phantom" descr="Benzel's vertebra drawing, laid over the lines so none hides it."/>
          <p:cNvPicPr>
            <a:picLocks noChangeAspect="1"/>
          </p:cNvPicPr>
          <p:nvPr/>
        </p:nvPicPr>
        <p:blipFill>
          <a:blip r:embed="rId5"/>
          <a:stretch>
            <a:fillRect/>
          </a:stretch>
        </p:blipFill>
        <p:spPr>
          <a:xfrm>
            <a:off x="8967612" y="1659910"/>
            <a:ext cx="891096" cy="80541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Benzel's plots, redrawn from our whole-spine CTs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Every decade apart, 20s to 80s. Blue, men; red, women; the deeper the colour, the farther the decade's mean age from Panjabi's cadavers' 46. 17 to 148 adults a line; canal depth not shown by decade.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 1, Figs 1.1 and 1.9, digitised.   Panjabi MM, et al. Spine 1991;16:861-869 and 888-901; Spine 1992;17:299-306.   Gold tiers 3 and 4: public CT, C2 to the sacrum in view.</a:t>
            </a:r>
          </a:p>
        </p:txBody>
      </p:sp>
      <p:pic>
        <p:nvPicPr>
          <p:cNvPr id="6" name="!!body_base" descr="image.png"/>
          <p:cNvPicPr>
            <a:picLocks noChangeAspect="1"/>
          </p:cNvPicPr>
          <p:nvPr/>
        </p:nvPicPr>
        <p:blipFill>
          <a:blip r:embed="rId2"/>
          <a:stretch>
            <a:fillRect/>
          </a:stretch>
        </p:blipFill>
        <p:spPr>
          <a:xfrm>
            <a:off x="2377533" y="1420000"/>
            <a:ext cx="4203658" cy="3830000"/>
          </a:xfrm>
          <a:prstGeom prst="rect">
            <a:avLst/>
          </a:prstGeom>
        </p:spPr>
      </p:pic>
      <p:pic>
        <p:nvPicPr>
          <p:cNvPr id="7" name="!!canal_base" descr="image.png"/>
          <p:cNvPicPr>
            <a:picLocks noChangeAspect="1"/>
          </p:cNvPicPr>
          <p:nvPr/>
        </p:nvPicPr>
        <p:blipFill>
          <a:blip r:embed="rId3"/>
          <a:stretch>
            <a:fillRect/>
          </a:stretch>
        </p:blipFill>
        <p:spPr>
          <a:xfrm>
            <a:off x="7031191" y="1420000"/>
            <a:ext cx="4241275" cy="3829999"/>
          </a:xfrm>
          <a:prstGeom prst="rect">
            <a:avLst/>
          </a:prstGeom>
        </p:spPr>
      </p:pic>
      <p:sp>
        <p:nvSpPr>
          <p:cNvPr id="3" name="!!body_rw"/>
          <p:cNvSpPr/>
          <p:nvPr/>
        </p:nvSpPr>
        <p:spPr>
          <a:xfrm>
            <a:off x="2802145" y="2221809"/>
            <a:ext cx="3702616" cy="2192649"/>
          </a:xfrm>
          <a:custGeom>
            <a:avLst/>
            <a:gdLst/>
            <a:ahLst/>
            <a:cxnLst/>
            <a:rect l="l" t="t" r="r" b="b"/>
            <a:pathLst>
              <a:path w="3702616" h="2192649">
                <a:moveTo>
                  <a:pt x="0" y="2179156"/>
                </a:moveTo>
                <a:lnTo>
                  <a:pt x="185131" y="2192649"/>
                </a:lnTo>
                <a:lnTo>
                  <a:pt x="370262" y="2030730"/>
                </a:lnTo>
                <a:lnTo>
                  <a:pt x="555392" y="1855318"/>
                </a:lnTo>
                <a:lnTo>
                  <a:pt x="740523" y="1760866"/>
                </a:lnTo>
                <a:lnTo>
                  <a:pt x="925654" y="1464015"/>
                </a:lnTo>
                <a:lnTo>
                  <a:pt x="1110785" y="1491001"/>
                </a:lnTo>
                <a:lnTo>
                  <a:pt x="1184837" y="1592200"/>
                </a:lnTo>
                <a:lnTo>
                  <a:pt x="1258889" y="1585454"/>
                </a:lnTo>
                <a:lnTo>
                  <a:pt x="1332942" y="1517988"/>
                </a:lnTo>
                <a:lnTo>
                  <a:pt x="1406994" y="1437028"/>
                </a:lnTo>
                <a:lnTo>
                  <a:pt x="1481046" y="1376309"/>
                </a:lnTo>
                <a:lnTo>
                  <a:pt x="1555099" y="1281856"/>
                </a:lnTo>
                <a:lnTo>
                  <a:pt x="1629151" y="1113191"/>
                </a:lnTo>
                <a:lnTo>
                  <a:pt x="1703203" y="951272"/>
                </a:lnTo>
                <a:lnTo>
                  <a:pt x="1777256" y="701648"/>
                </a:lnTo>
                <a:lnTo>
                  <a:pt x="1851308" y="499249"/>
                </a:lnTo>
                <a:lnTo>
                  <a:pt x="2221569" y="418290"/>
                </a:lnTo>
                <a:lnTo>
                  <a:pt x="2591831" y="269864"/>
                </a:lnTo>
                <a:lnTo>
                  <a:pt x="2962093" y="101199"/>
                </a:lnTo>
                <a:lnTo>
                  <a:pt x="3332354" y="0"/>
                </a:lnTo>
                <a:lnTo>
                  <a:pt x="3702616" y="6747"/>
                </a:lnTo>
              </a:path>
            </a:pathLst>
          </a:custGeom>
          <a:noFill/>
          <a:ln w="11430">
            <a:solidFill>
              <a:srgbClr val="5A5A5A"/>
            </a:solidFill>
            <a:prstDash val="sysDot"/>
            <a:round/>
          </a:ln>
        </p:spPr>
        <p:txBody>
          <a:bodyPr rtlCol="0" anchor="ctr"/>
          <a:lstStyle/>
          <a:p>
            <a:pPr algn="ctr"/>
          </a:p>
        </p:txBody>
      </p:sp>
      <p:sp>
        <p:nvSpPr>
          <p:cNvPr id="8" name="!!body_rw_C3"/>
          <p:cNvSpPr/>
          <p:nvPr/>
        </p:nvSpPr>
        <p:spPr>
          <a:xfrm>
            <a:off x="2780555" y="4379375"/>
            <a:ext cx="43180" cy="43180"/>
          </a:xfrm>
          <a:prstGeom prst="diamond">
            <a:avLst/>
          </a:prstGeom>
          <a:solidFill>
            <a:srgbClr val="5A5A5A"/>
          </a:solidFill>
          <a:ln>
            <a:noFill/>
          </a:ln>
        </p:spPr>
        <p:txBody>
          <a:bodyPr rtlCol="0" anchor="ctr"/>
          <a:lstStyle/>
          <a:p>
            <a:pPr algn="ctr"/>
          </a:p>
        </p:txBody>
      </p:sp>
      <p:sp>
        <p:nvSpPr>
          <p:cNvPr id="9" name="!!body_rw_C4"/>
          <p:cNvSpPr/>
          <p:nvPr/>
        </p:nvSpPr>
        <p:spPr>
          <a:xfrm>
            <a:off x="2965686" y="4392868"/>
            <a:ext cx="43180" cy="43180"/>
          </a:xfrm>
          <a:prstGeom prst="diamond">
            <a:avLst/>
          </a:prstGeom>
          <a:solidFill>
            <a:srgbClr val="5A5A5A"/>
          </a:solidFill>
          <a:ln>
            <a:noFill/>
          </a:ln>
        </p:spPr>
        <p:txBody>
          <a:bodyPr rtlCol="0" anchor="ctr"/>
          <a:lstStyle/>
          <a:p>
            <a:pPr algn="ctr"/>
          </a:p>
        </p:txBody>
      </p:sp>
      <p:sp>
        <p:nvSpPr>
          <p:cNvPr id="10" name="!!body_rw_C5"/>
          <p:cNvSpPr/>
          <p:nvPr/>
        </p:nvSpPr>
        <p:spPr>
          <a:xfrm>
            <a:off x="3150817" y="4230949"/>
            <a:ext cx="43180" cy="43180"/>
          </a:xfrm>
          <a:prstGeom prst="diamond">
            <a:avLst/>
          </a:prstGeom>
          <a:solidFill>
            <a:srgbClr val="5A5A5A"/>
          </a:solidFill>
          <a:ln>
            <a:noFill/>
          </a:ln>
        </p:spPr>
        <p:txBody>
          <a:bodyPr rtlCol="0" anchor="ctr"/>
          <a:lstStyle/>
          <a:p>
            <a:pPr algn="ctr"/>
          </a:p>
        </p:txBody>
      </p:sp>
      <p:sp>
        <p:nvSpPr>
          <p:cNvPr id="11" name="!!body_rw_C6"/>
          <p:cNvSpPr/>
          <p:nvPr/>
        </p:nvSpPr>
        <p:spPr>
          <a:xfrm>
            <a:off x="3335947" y="4055537"/>
            <a:ext cx="43180" cy="43180"/>
          </a:xfrm>
          <a:prstGeom prst="diamond">
            <a:avLst/>
          </a:prstGeom>
          <a:solidFill>
            <a:srgbClr val="5A5A5A"/>
          </a:solidFill>
          <a:ln>
            <a:noFill/>
          </a:ln>
        </p:spPr>
        <p:txBody>
          <a:bodyPr rtlCol="0" anchor="ctr"/>
          <a:lstStyle/>
          <a:p>
            <a:pPr algn="ctr"/>
          </a:p>
        </p:txBody>
      </p:sp>
      <p:sp>
        <p:nvSpPr>
          <p:cNvPr id="12" name="!!body_rw_C7"/>
          <p:cNvSpPr/>
          <p:nvPr/>
        </p:nvSpPr>
        <p:spPr>
          <a:xfrm>
            <a:off x="3521078" y="3961085"/>
            <a:ext cx="43180" cy="43180"/>
          </a:xfrm>
          <a:prstGeom prst="diamond">
            <a:avLst/>
          </a:prstGeom>
          <a:solidFill>
            <a:srgbClr val="5A5A5A"/>
          </a:solidFill>
          <a:ln>
            <a:noFill/>
          </a:ln>
        </p:spPr>
        <p:txBody>
          <a:bodyPr rtlCol="0" anchor="ctr"/>
          <a:lstStyle/>
          <a:p>
            <a:pPr algn="ctr"/>
          </a:p>
        </p:txBody>
      </p:sp>
      <p:sp>
        <p:nvSpPr>
          <p:cNvPr id="13" name="!!body_rw_T1"/>
          <p:cNvSpPr/>
          <p:nvPr/>
        </p:nvSpPr>
        <p:spPr>
          <a:xfrm>
            <a:off x="3706209" y="3664234"/>
            <a:ext cx="43180" cy="43180"/>
          </a:xfrm>
          <a:prstGeom prst="diamond">
            <a:avLst/>
          </a:prstGeom>
          <a:solidFill>
            <a:srgbClr val="5A5A5A"/>
          </a:solidFill>
          <a:ln>
            <a:noFill/>
          </a:ln>
        </p:spPr>
        <p:txBody>
          <a:bodyPr rtlCol="0" anchor="ctr"/>
          <a:lstStyle/>
          <a:p>
            <a:pPr algn="ctr"/>
          </a:p>
        </p:txBody>
      </p:sp>
      <p:sp>
        <p:nvSpPr>
          <p:cNvPr id="14" name="!!body_rw_T2"/>
          <p:cNvSpPr/>
          <p:nvPr/>
        </p:nvSpPr>
        <p:spPr>
          <a:xfrm>
            <a:off x="3891340" y="3691220"/>
            <a:ext cx="43180" cy="43180"/>
          </a:xfrm>
          <a:prstGeom prst="diamond">
            <a:avLst/>
          </a:prstGeom>
          <a:solidFill>
            <a:srgbClr val="5A5A5A"/>
          </a:solidFill>
          <a:ln>
            <a:noFill/>
          </a:ln>
        </p:spPr>
        <p:txBody>
          <a:bodyPr rtlCol="0" anchor="ctr"/>
          <a:lstStyle/>
          <a:p>
            <a:pPr algn="ctr"/>
          </a:p>
        </p:txBody>
      </p:sp>
      <p:sp>
        <p:nvSpPr>
          <p:cNvPr id="15" name="!!body_rw_T3"/>
          <p:cNvSpPr/>
          <p:nvPr/>
        </p:nvSpPr>
        <p:spPr>
          <a:xfrm>
            <a:off x="3965392" y="3792419"/>
            <a:ext cx="43180" cy="43180"/>
          </a:xfrm>
          <a:prstGeom prst="diamond">
            <a:avLst/>
          </a:prstGeom>
          <a:solidFill>
            <a:srgbClr val="5A5A5A"/>
          </a:solidFill>
          <a:ln>
            <a:noFill/>
          </a:ln>
        </p:spPr>
        <p:txBody>
          <a:bodyPr rtlCol="0" anchor="ctr"/>
          <a:lstStyle/>
          <a:p>
            <a:pPr algn="ctr"/>
          </a:p>
        </p:txBody>
      </p:sp>
      <p:sp>
        <p:nvSpPr>
          <p:cNvPr id="16" name="!!body_rw_T4"/>
          <p:cNvSpPr/>
          <p:nvPr/>
        </p:nvSpPr>
        <p:spPr>
          <a:xfrm>
            <a:off x="4039444" y="3785673"/>
            <a:ext cx="43180" cy="43180"/>
          </a:xfrm>
          <a:prstGeom prst="diamond">
            <a:avLst/>
          </a:prstGeom>
          <a:solidFill>
            <a:srgbClr val="5A5A5A"/>
          </a:solidFill>
          <a:ln>
            <a:noFill/>
          </a:ln>
        </p:spPr>
        <p:txBody>
          <a:bodyPr rtlCol="0" anchor="ctr"/>
          <a:lstStyle/>
          <a:p>
            <a:pPr algn="ctr"/>
          </a:p>
        </p:txBody>
      </p:sp>
      <p:sp>
        <p:nvSpPr>
          <p:cNvPr id="17" name="!!body_rw_T5"/>
          <p:cNvSpPr/>
          <p:nvPr/>
        </p:nvSpPr>
        <p:spPr>
          <a:xfrm>
            <a:off x="4113497" y="3718207"/>
            <a:ext cx="43180" cy="43180"/>
          </a:xfrm>
          <a:prstGeom prst="diamond">
            <a:avLst/>
          </a:prstGeom>
          <a:solidFill>
            <a:srgbClr val="5A5A5A"/>
          </a:solidFill>
          <a:ln>
            <a:noFill/>
          </a:ln>
        </p:spPr>
        <p:txBody>
          <a:bodyPr rtlCol="0" anchor="ctr"/>
          <a:lstStyle/>
          <a:p>
            <a:pPr algn="ctr"/>
          </a:p>
        </p:txBody>
      </p:sp>
      <p:sp>
        <p:nvSpPr>
          <p:cNvPr id="18" name="!!body_rw_T6"/>
          <p:cNvSpPr/>
          <p:nvPr/>
        </p:nvSpPr>
        <p:spPr>
          <a:xfrm>
            <a:off x="4187549" y="3637247"/>
            <a:ext cx="43180" cy="43180"/>
          </a:xfrm>
          <a:prstGeom prst="diamond">
            <a:avLst/>
          </a:prstGeom>
          <a:solidFill>
            <a:srgbClr val="5A5A5A"/>
          </a:solidFill>
          <a:ln>
            <a:noFill/>
          </a:ln>
        </p:spPr>
        <p:txBody>
          <a:bodyPr rtlCol="0" anchor="ctr"/>
          <a:lstStyle/>
          <a:p>
            <a:pPr algn="ctr"/>
          </a:p>
        </p:txBody>
      </p:sp>
      <p:sp>
        <p:nvSpPr>
          <p:cNvPr id="19" name="!!body_rw_T7"/>
          <p:cNvSpPr/>
          <p:nvPr/>
        </p:nvSpPr>
        <p:spPr>
          <a:xfrm>
            <a:off x="4261601" y="3576528"/>
            <a:ext cx="43180" cy="43180"/>
          </a:xfrm>
          <a:prstGeom prst="diamond">
            <a:avLst/>
          </a:prstGeom>
          <a:solidFill>
            <a:srgbClr val="5A5A5A"/>
          </a:solidFill>
          <a:ln>
            <a:noFill/>
          </a:ln>
        </p:spPr>
        <p:txBody>
          <a:bodyPr rtlCol="0" anchor="ctr"/>
          <a:lstStyle/>
          <a:p>
            <a:pPr algn="ctr"/>
          </a:p>
        </p:txBody>
      </p:sp>
      <p:sp>
        <p:nvSpPr>
          <p:cNvPr id="20" name="!!body_rw_T8"/>
          <p:cNvSpPr/>
          <p:nvPr/>
        </p:nvSpPr>
        <p:spPr>
          <a:xfrm>
            <a:off x="4335654" y="3482075"/>
            <a:ext cx="43180" cy="43180"/>
          </a:xfrm>
          <a:prstGeom prst="diamond">
            <a:avLst/>
          </a:prstGeom>
          <a:solidFill>
            <a:srgbClr val="5A5A5A"/>
          </a:solidFill>
          <a:ln>
            <a:noFill/>
          </a:ln>
        </p:spPr>
        <p:txBody>
          <a:bodyPr rtlCol="0" anchor="ctr"/>
          <a:lstStyle/>
          <a:p>
            <a:pPr algn="ctr"/>
          </a:p>
        </p:txBody>
      </p:sp>
      <p:sp>
        <p:nvSpPr>
          <p:cNvPr id="21" name="!!body_rw_T9"/>
          <p:cNvSpPr/>
          <p:nvPr/>
        </p:nvSpPr>
        <p:spPr>
          <a:xfrm>
            <a:off x="4409706" y="3313410"/>
            <a:ext cx="43180" cy="43180"/>
          </a:xfrm>
          <a:prstGeom prst="diamond">
            <a:avLst/>
          </a:prstGeom>
          <a:solidFill>
            <a:srgbClr val="5A5A5A"/>
          </a:solidFill>
          <a:ln>
            <a:noFill/>
          </a:ln>
        </p:spPr>
        <p:txBody>
          <a:bodyPr rtlCol="0" anchor="ctr"/>
          <a:lstStyle/>
          <a:p>
            <a:pPr algn="ctr"/>
          </a:p>
        </p:txBody>
      </p:sp>
      <p:sp>
        <p:nvSpPr>
          <p:cNvPr id="22" name="!!body_rw_T10"/>
          <p:cNvSpPr/>
          <p:nvPr/>
        </p:nvSpPr>
        <p:spPr>
          <a:xfrm>
            <a:off x="4483758" y="3151491"/>
            <a:ext cx="43180" cy="43180"/>
          </a:xfrm>
          <a:prstGeom prst="diamond">
            <a:avLst/>
          </a:prstGeom>
          <a:solidFill>
            <a:srgbClr val="5A5A5A"/>
          </a:solidFill>
          <a:ln>
            <a:noFill/>
          </a:ln>
        </p:spPr>
        <p:txBody>
          <a:bodyPr rtlCol="0" anchor="ctr"/>
          <a:lstStyle/>
          <a:p>
            <a:pPr algn="ctr"/>
          </a:p>
        </p:txBody>
      </p:sp>
      <p:sp>
        <p:nvSpPr>
          <p:cNvPr id="23" name="!!body_rw_T11"/>
          <p:cNvSpPr/>
          <p:nvPr/>
        </p:nvSpPr>
        <p:spPr>
          <a:xfrm>
            <a:off x="4557811" y="2901867"/>
            <a:ext cx="43180" cy="43180"/>
          </a:xfrm>
          <a:prstGeom prst="diamond">
            <a:avLst/>
          </a:prstGeom>
          <a:solidFill>
            <a:srgbClr val="5A5A5A"/>
          </a:solidFill>
          <a:ln>
            <a:noFill/>
          </a:ln>
        </p:spPr>
        <p:txBody>
          <a:bodyPr rtlCol="0" anchor="ctr"/>
          <a:lstStyle/>
          <a:p>
            <a:pPr algn="ctr"/>
          </a:p>
        </p:txBody>
      </p:sp>
      <p:sp>
        <p:nvSpPr>
          <p:cNvPr id="24" name="!!body_rw_T12"/>
          <p:cNvSpPr/>
          <p:nvPr/>
        </p:nvSpPr>
        <p:spPr>
          <a:xfrm>
            <a:off x="4631863" y="2699468"/>
            <a:ext cx="43180" cy="43180"/>
          </a:xfrm>
          <a:prstGeom prst="diamond">
            <a:avLst/>
          </a:prstGeom>
          <a:solidFill>
            <a:srgbClr val="5A5A5A"/>
          </a:solidFill>
          <a:ln>
            <a:noFill/>
          </a:ln>
        </p:spPr>
        <p:txBody>
          <a:bodyPr rtlCol="0" anchor="ctr"/>
          <a:lstStyle/>
          <a:p>
            <a:pPr algn="ctr"/>
          </a:p>
        </p:txBody>
      </p:sp>
      <p:sp>
        <p:nvSpPr>
          <p:cNvPr id="25" name="!!body_rw_L1"/>
          <p:cNvSpPr/>
          <p:nvPr/>
        </p:nvSpPr>
        <p:spPr>
          <a:xfrm>
            <a:off x="5002124" y="2618509"/>
            <a:ext cx="43180" cy="43180"/>
          </a:xfrm>
          <a:prstGeom prst="diamond">
            <a:avLst/>
          </a:prstGeom>
          <a:solidFill>
            <a:srgbClr val="5A5A5A"/>
          </a:solidFill>
          <a:ln>
            <a:noFill/>
          </a:ln>
        </p:spPr>
        <p:txBody>
          <a:bodyPr rtlCol="0" anchor="ctr"/>
          <a:lstStyle/>
          <a:p>
            <a:pPr algn="ctr"/>
          </a:p>
        </p:txBody>
      </p:sp>
      <p:sp>
        <p:nvSpPr>
          <p:cNvPr id="26" name="!!body_rw_L2"/>
          <p:cNvSpPr/>
          <p:nvPr/>
        </p:nvSpPr>
        <p:spPr>
          <a:xfrm>
            <a:off x="5372386" y="2470083"/>
            <a:ext cx="43180" cy="43180"/>
          </a:xfrm>
          <a:prstGeom prst="diamond">
            <a:avLst/>
          </a:prstGeom>
          <a:solidFill>
            <a:srgbClr val="5A5A5A"/>
          </a:solidFill>
          <a:ln>
            <a:noFill/>
          </a:ln>
        </p:spPr>
        <p:txBody>
          <a:bodyPr rtlCol="0" anchor="ctr"/>
          <a:lstStyle/>
          <a:p>
            <a:pPr algn="ctr"/>
          </a:p>
        </p:txBody>
      </p:sp>
      <p:sp>
        <p:nvSpPr>
          <p:cNvPr id="27" name="!!body_rw_L3"/>
          <p:cNvSpPr/>
          <p:nvPr/>
        </p:nvSpPr>
        <p:spPr>
          <a:xfrm>
            <a:off x="5742648" y="2301418"/>
            <a:ext cx="43180" cy="43180"/>
          </a:xfrm>
          <a:prstGeom prst="diamond">
            <a:avLst/>
          </a:prstGeom>
          <a:solidFill>
            <a:srgbClr val="5A5A5A"/>
          </a:solidFill>
          <a:ln>
            <a:noFill/>
          </a:ln>
        </p:spPr>
        <p:txBody>
          <a:bodyPr rtlCol="0" anchor="ctr"/>
          <a:lstStyle/>
          <a:p>
            <a:pPr algn="ctr"/>
          </a:p>
        </p:txBody>
      </p:sp>
      <p:sp>
        <p:nvSpPr>
          <p:cNvPr id="28" name="!!body_rw_L4"/>
          <p:cNvSpPr/>
          <p:nvPr/>
        </p:nvSpPr>
        <p:spPr>
          <a:xfrm>
            <a:off x="6112909" y="2200219"/>
            <a:ext cx="43180" cy="43180"/>
          </a:xfrm>
          <a:prstGeom prst="diamond">
            <a:avLst/>
          </a:prstGeom>
          <a:solidFill>
            <a:srgbClr val="5A5A5A"/>
          </a:solidFill>
          <a:ln>
            <a:noFill/>
          </a:ln>
        </p:spPr>
        <p:txBody>
          <a:bodyPr rtlCol="0" anchor="ctr"/>
          <a:lstStyle/>
          <a:p>
            <a:pPr algn="ctr"/>
          </a:p>
        </p:txBody>
      </p:sp>
      <p:sp>
        <p:nvSpPr>
          <p:cNvPr id="29" name="!!body_rw_L5"/>
          <p:cNvSpPr/>
          <p:nvPr/>
        </p:nvSpPr>
        <p:spPr>
          <a:xfrm>
            <a:off x="6483171" y="2206966"/>
            <a:ext cx="43180" cy="43180"/>
          </a:xfrm>
          <a:prstGeom prst="diamond">
            <a:avLst/>
          </a:prstGeom>
          <a:solidFill>
            <a:srgbClr val="5A5A5A"/>
          </a:solidFill>
          <a:ln>
            <a:noFill/>
          </a:ln>
        </p:spPr>
        <p:txBody>
          <a:bodyPr rtlCol="0" anchor="ctr"/>
          <a:lstStyle/>
          <a:p>
            <a:pPr algn="ctr"/>
          </a:p>
        </p:txBody>
      </p:sp>
      <p:sp>
        <p:nvSpPr>
          <p:cNvPr id="30" name="!!body_rd"/>
          <p:cNvSpPr/>
          <p:nvPr/>
        </p:nvSpPr>
        <p:spPr>
          <a:xfrm>
            <a:off x="2802145" y="3166335"/>
            <a:ext cx="3702616" cy="1383055"/>
          </a:xfrm>
          <a:custGeom>
            <a:avLst/>
            <a:gdLst/>
            <a:ahLst/>
            <a:cxnLst/>
            <a:rect l="l" t="t" r="r" b="b"/>
            <a:pathLst>
              <a:path w="3702616" h="1383055">
                <a:moveTo>
                  <a:pt x="0" y="1383055"/>
                </a:moveTo>
                <a:lnTo>
                  <a:pt x="185131" y="1362815"/>
                </a:lnTo>
                <a:lnTo>
                  <a:pt x="370262" y="1369562"/>
                </a:lnTo>
                <a:lnTo>
                  <a:pt x="555392" y="1288603"/>
                </a:lnTo>
                <a:lnTo>
                  <a:pt x="740523" y="1173910"/>
                </a:lnTo>
                <a:lnTo>
                  <a:pt x="925654" y="1146924"/>
                </a:lnTo>
                <a:lnTo>
                  <a:pt x="1110785" y="1072711"/>
                </a:lnTo>
                <a:lnTo>
                  <a:pt x="1184837" y="863566"/>
                </a:lnTo>
                <a:lnTo>
                  <a:pt x="1258889" y="823086"/>
                </a:lnTo>
                <a:lnTo>
                  <a:pt x="1332942" y="755620"/>
                </a:lnTo>
                <a:lnTo>
                  <a:pt x="1406994" y="640928"/>
                </a:lnTo>
                <a:lnTo>
                  <a:pt x="1481046" y="546475"/>
                </a:lnTo>
                <a:lnTo>
                  <a:pt x="1555099" y="512742"/>
                </a:lnTo>
                <a:lnTo>
                  <a:pt x="1629151" y="418290"/>
                </a:lnTo>
                <a:lnTo>
                  <a:pt x="1703203" y="337330"/>
                </a:lnTo>
                <a:lnTo>
                  <a:pt x="1777256" y="242878"/>
                </a:lnTo>
                <a:lnTo>
                  <a:pt x="1851308" y="182158"/>
                </a:lnTo>
                <a:lnTo>
                  <a:pt x="2221569" y="94452"/>
                </a:lnTo>
                <a:lnTo>
                  <a:pt x="2591831" y="60719"/>
                </a:lnTo>
                <a:lnTo>
                  <a:pt x="2962093" y="20240"/>
                </a:lnTo>
                <a:lnTo>
                  <a:pt x="3332354" y="0"/>
                </a:lnTo>
                <a:lnTo>
                  <a:pt x="3702616" y="53973"/>
                </a:lnTo>
              </a:path>
            </a:pathLst>
          </a:custGeom>
          <a:noFill/>
          <a:ln w="11430">
            <a:solidFill>
              <a:srgbClr val="5A5A5A"/>
            </a:solidFill>
            <a:prstDash val="sysDot"/>
            <a:round/>
          </a:ln>
        </p:spPr>
        <p:txBody>
          <a:bodyPr rtlCol="0" anchor="ctr"/>
          <a:lstStyle/>
          <a:p>
            <a:pPr algn="ctr"/>
          </a:p>
        </p:txBody>
      </p:sp>
      <p:sp>
        <p:nvSpPr>
          <p:cNvPr id="31" name="!!body_rd_C3"/>
          <p:cNvSpPr/>
          <p:nvPr/>
        </p:nvSpPr>
        <p:spPr>
          <a:xfrm>
            <a:off x="2780555" y="4527800"/>
            <a:ext cx="43180" cy="43180"/>
          </a:xfrm>
          <a:prstGeom prst="diamond">
            <a:avLst/>
          </a:prstGeom>
          <a:solidFill>
            <a:srgbClr val="5A5A5A"/>
          </a:solidFill>
          <a:ln>
            <a:noFill/>
          </a:ln>
        </p:spPr>
        <p:txBody>
          <a:bodyPr rtlCol="0" anchor="ctr"/>
          <a:lstStyle/>
          <a:p>
            <a:pPr algn="ctr"/>
          </a:p>
        </p:txBody>
      </p:sp>
      <p:sp>
        <p:nvSpPr>
          <p:cNvPr id="32" name="!!body_rd_C4"/>
          <p:cNvSpPr/>
          <p:nvPr/>
        </p:nvSpPr>
        <p:spPr>
          <a:xfrm>
            <a:off x="2965686" y="4507560"/>
            <a:ext cx="43180" cy="43180"/>
          </a:xfrm>
          <a:prstGeom prst="diamond">
            <a:avLst/>
          </a:prstGeom>
          <a:solidFill>
            <a:srgbClr val="5A5A5A"/>
          </a:solidFill>
          <a:ln>
            <a:noFill/>
          </a:ln>
        </p:spPr>
        <p:txBody>
          <a:bodyPr rtlCol="0" anchor="ctr"/>
          <a:lstStyle/>
          <a:p>
            <a:pPr algn="ctr"/>
          </a:p>
        </p:txBody>
      </p:sp>
      <p:sp>
        <p:nvSpPr>
          <p:cNvPr id="33" name="!!body_rd_C5"/>
          <p:cNvSpPr/>
          <p:nvPr/>
        </p:nvSpPr>
        <p:spPr>
          <a:xfrm>
            <a:off x="3150817" y="4514307"/>
            <a:ext cx="43180" cy="43180"/>
          </a:xfrm>
          <a:prstGeom prst="diamond">
            <a:avLst/>
          </a:prstGeom>
          <a:solidFill>
            <a:srgbClr val="5A5A5A"/>
          </a:solidFill>
          <a:ln>
            <a:noFill/>
          </a:ln>
        </p:spPr>
        <p:txBody>
          <a:bodyPr rtlCol="0" anchor="ctr"/>
          <a:lstStyle/>
          <a:p>
            <a:pPr algn="ctr"/>
          </a:p>
        </p:txBody>
      </p:sp>
      <p:sp>
        <p:nvSpPr>
          <p:cNvPr id="34" name="!!body_rd_C6"/>
          <p:cNvSpPr/>
          <p:nvPr/>
        </p:nvSpPr>
        <p:spPr>
          <a:xfrm>
            <a:off x="3335947" y="4433348"/>
            <a:ext cx="43180" cy="43180"/>
          </a:xfrm>
          <a:prstGeom prst="diamond">
            <a:avLst/>
          </a:prstGeom>
          <a:solidFill>
            <a:srgbClr val="5A5A5A"/>
          </a:solidFill>
          <a:ln>
            <a:noFill/>
          </a:ln>
        </p:spPr>
        <p:txBody>
          <a:bodyPr rtlCol="0" anchor="ctr"/>
          <a:lstStyle/>
          <a:p>
            <a:pPr algn="ctr"/>
          </a:p>
        </p:txBody>
      </p:sp>
      <p:sp>
        <p:nvSpPr>
          <p:cNvPr id="35" name="!!body_rd_C7"/>
          <p:cNvSpPr/>
          <p:nvPr/>
        </p:nvSpPr>
        <p:spPr>
          <a:xfrm>
            <a:off x="3521078" y="4318655"/>
            <a:ext cx="43180" cy="43180"/>
          </a:xfrm>
          <a:prstGeom prst="diamond">
            <a:avLst/>
          </a:prstGeom>
          <a:solidFill>
            <a:srgbClr val="5A5A5A"/>
          </a:solidFill>
          <a:ln>
            <a:noFill/>
          </a:ln>
        </p:spPr>
        <p:txBody>
          <a:bodyPr rtlCol="0" anchor="ctr"/>
          <a:lstStyle/>
          <a:p>
            <a:pPr algn="ctr"/>
          </a:p>
        </p:txBody>
      </p:sp>
      <p:sp>
        <p:nvSpPr>
          <p:cNvPr id="36" name="!!body_rd_T1"/>
          <p:cNvSpPr/>
          <p:nvPr/>
        </p:nvSpPr>
        <p:spPr>
          <a:xfrm>
            <a:off x="3706209" y="4291669"/>
            <a:ext cx="43180" cy="43180"/>
          </a:xfrm>
          <a:prstGeom prst="diamond">
            <a:avLst/>
          </a:prstGeom>
          <a:solidFill>
            <a:srgbClr val="5A5A5A"/>
          </a:solidFill>
          <a:ln>
            <a:noFill/>
          </a:ln>
        </p:spPr>
        <p:txBody>
          <a:bodyPr rtlCol="0" anchor="ctr"/>
          <a:lstStyle/>
          <a:p>
            <a:pPr algn="ctr"/>
          </a:p>
        </p:txBody>
      </p:sp>
      <p:sp>
        <p:nvSpPr>
          <p:cNvPr id="37" name="!!body_rd_T2"/>
          <p:cNvSpPr/>
          <p:nvPr/>
        </p:nvSpPr>
        <p:spPr>
          <a:xfrm>
            <a:off x="3891340" y="4217456"/>
            <a:ext cx="43180" cy="43180"/>
          </a:xfrm>
          <a:prstGeom prst="diamond">
            <a:avLst/>
          </a:prstGeom>
          <a:solidFill>
            <a:srgbClr val="5A5A5A"/>
          </a:solidFill>
          <a:ln>
            <a:noFill/>
          </a:ln>
        </p:spPr>
        <p:txBody>
          <a:bodyPr rtlCol="0" anchor="ctr"/>
          <a:lstStyle/>
          <a:p>
            <a:pPr algn="ctr"/>
          </a:p>
        </p:txBody>
      </p:sp>
      <p:sp>
        <p:nvSpPr>
          <p:cNvPr id="38" name="!!body_rd_T3"/>
          <p:cNvSpPr/>
          <p:nvPr/>
        </p:nvSpPr>
        <p:spPr>
          <a:xfrm>
            <a:off x="3965392" y="4008311"/>
            <a:ext cx="43180" cy="43180"/>
          </a:xfrm>
          <a:prstGeom prst="diamond">
            <a:avLst/>
          </a:prstGeom>
          <a:solidFill>
            <a:srgbClr val="5A5A5A"/>
          </a:solidFill>
          <a:ln>
            <a:noFill/>
          </a:ln>
        </p:spPr>
        <p:txBody>
          <a:bodyPr rtlCol="0" anchor="ctr"/>
          <a:lstStyle/>
          <a:p>
            <a:pPr algn="ctr"/>
          </a:p>
        </p:txBody>
      </p:sp>
      <p:sp>
        <p:nvSpPr>
          <p:cNvPr id="39" name="!!body_rd_T4"/>
          <p:cNvSpPr/>
          <p:nvPr/>
        </p:nvSpPr>
        <p:spPr>
          <a:xfrm>
            <a:off x="4039444" y="3967831"/>
            <a:ext cx="43180" cy="43180"/>
          </a:xfrm>
          <a:prstGeom prst="diamond">
            <a:avLst/>
          </a:prstGeom>
          <a:solidFill>
            <a:srgbClr val="5A5A5A"/>
          </a:solidFill>
          <a:ln>
            <a:noFill/>
          </a:ln>
        </p:spPr>
        <p:txBody>
          <a:bodyPr rtlCol="0" anchor="ctr"/>
          <a:lstStyle/>
          <a:p>
            <a:pPr algn="ctr"/>
          </a:p>
        </p:txBody>
      </p:sp>
      <p:sp>
        <p:nvSpPr>
          <p:cNvPr id="40" name="!!body_rd_T5"/>
          <p:cNvSpPr/>
          <p:nvPr/>
        </p:nvSpPr>
        <p:spPr>
          <a:xfrm>
            <a:off x="4113497" y="3900365"/>
            <a:ext cx="43180" cy="43180"/>
          </a:xfrm>
          <a:prstGeom prst="diamond">
            <a:avLst/>
          </a:prstGeom>
          <a:solidFill>
            <a:srgbClr val="5A5A5A"/>
          </a:solidFill>
          <a:ln>
            <a:noFill/>
          </a:ln>
        </p:spPr>
        <p:txBody>
          <a:bodyPr rtlCol="0" anchor="ctr"/>
          <a:lstStyle/>
          <a:p>
            <a:pPr algn="ctr"/>
          </a:p>
        </p:txBody>
      </p:sp>
      <p:sp>
        <p:nvSpPr>
          <p:cNvPr id="41" name="!!body_rd_T6"/>
          <p:cNvSpPr/>
          <p:nvPr/>
        </p:nvSpPr>
        <p:spPr>
          <a:xfrm>
            <a:off x="4187549" y="3785673"/>
            <a:ext cx="43180" cy="43180"/>
          </a:xfrm>
          <a:prstGeom prst="diamond">
            <a:avLst/>
          </a:prstGeom>
          <a:solidFill>
            <a:srgbClr val="5A5A5A"/>
          </a:solidFill>
          <a:ln>
            <a:noFill/>
          </a:ln>
        </p:spPr>
        <p:txBody>
          <a:bodyPr rtlCol="0" anchor="ctr"/>
          <a:lstStyle/>
          <a:p>
            <a:pPr algn="ctr"/>
          </a:p>
        </p:txBody>
      </p:sp>
      <p:sp>
        <p:nvSpPr>
          <p:cNvPr id="42" name="!!body_rd_T7"/>
          <p:cNvSpPr/>
          <p:nvPr/>
        </p:nvSpPr>
        <p:spPr>
          <a:xfrm>
            <a:off x="4261601" y="3691220"/>
            <a:ext cx="43180" cy="43180"/>
          </a:xfrm>
          <a:prstGeom prst="diamond">
            <a:avLst/>
          </a:prstGeom>
          <a:solidFill>
            <a:srgbClr val="5A5A5A"/>
          </a:solidFill>
          <a:ln>
            <a:noFill/>
          </a:ln>
        </p:spPr>
        <p:txBody>
          <a:bodyPr rtlCol="0" anchor="ctr"/>
          <a:lstStyle/>
          <a:p>
            <a:pPr algn="ctr"/>
          </a:p>
        </p:txBody>
      </p:sp>
      <p:sp>
        <p:nvSpPr>
          <p:cNvPr id="43" name="!!body_rd_T8"/>
          <p:cNvSpPr/>
          <p:nvPr/>
        </p:nvSpPr>
        <p:spPr>
          <a:xfrm>
            <a:off x="4335654" y="3657487"/>
            <a:ext cx="43180" cy="43180"/>
          </a:xfrm>
          <a:prstGeom prst="diamond">
            <a:avLst/>
          </a:prstGeom>
          <a:solidFill>
            <a:srgbClr val="5A5A5A"/>
          </a:solidFill>
          <a:ln>
            <a:noFill/>
          </a:ln>
        </p:spPr>
        <p:txBody>
          <a:bodyPr rtlCol="0" anchor="ctr"/>
          <a:lstStyle/>
          <a:p>
            <a:pPr algn="ctr"/>
          </a:p>
        </p:txBody>
      </p:sp>
      <p:sp>
        <p:nvSpPr>
          <p:cNvPr id="44" name="!!body_rd_T9"/>
          <p:cNvSpPr/>
          <p:nvPr/>
        </p:nvSpPr>
        <p:spPr>
          <a:xfrm>
            <a:off x="4409706" y="3563035"/>
            <a:ext cx="43180" cy="43180"/>
          </a:xfrm>
          <a:prstGeom prst="diamond">
            <a:avLst/>
          </a:prstGeom>
          <a:solidFill>
            <a:srgbClr val="5A5A5A"/>
          </a:solidFill>
          <a:ln>
            <a:noFill/>
          </a:ln>
        </p:spPr>
        <p:txBody>
          <a:bodyPr rtlCol="0" anchor="ctr"/>
          <a:lstStyle/>
          <a:p>
            <a:pPr algn="ctr"/>
          </a:p>
        </p:txBody>
      </p:sp>
      <p:sp>
        <p:nvSpPr>
          <p:cNvPr id="45" name="!!body_rd_T10"/>
          <p:cNvSpPr/>
          <p:nvPr/>
        </p:nvSpPr>
        <p:spPr>
          <a:xfrm>
            <a:off x="4483758" y="3482075"/>
            <a:ext cx="43180" cy="43180"/>
          </a:xfrm>
          <a:prstGeom prst="diamond">
            <a:avLst/>
          </a:prstGeom>
          <a:solidFill>
            <a:srgbClr val="5A5A5A"/>
          </a:solidFill>
          <a:ln>
            <a:noFill/>
          </a:ln>
        </p:spPr>
        <p:txBody>
          <a:bodyPr rtlCol="0" anchor="ctr"/>
          <a:lstStyle/>
          <a:p>
            <a:pPr algn="ctr"/>
          </a:p>
        </p:txBody>
      </p:sp>
      <p:sp>
        <p:nvSpPr>
          <p:cNvPr id="46" name="!!body_rd_T11"/>
          <p:cNvSpPr/>
          <p:nvPr/>
        </p:nvSpPr>
        <p:spPr>
          <a:xfrm>
            <a:off x="4557811" y="3387623"/>
            <a:ext cx="43180" cy="43180"/>
          </a:xfrm>
          <a:prstGeom prst="diamond">
            <a:avLst/>
          </a:prstGeom>
          <a:solidFill>
            <a:srgbClr val="5A5A5A"/>
          </a:solidFill>
          <a:ln>
            <a:noFill/>
          </a:ln>
        </p:spPr>
        <p:txBody>
          <a:bodyPr rtlCol="0" anchor="ctr"/>
          <a:lstStyle/>
          <a:p>
            <a:pPr algn="ctr"/>
          </a:p>
        </p:txBody>
      </p:sp>
      <p:sp>
        <p:nvSpPr>
          <p:cNvPr id="47" name="!!body_rd_T12"/>
          <p:cNvSpPr/>
          <p:nvPr/>
        </p:nvSpPr>
        <p:spPr>
          <a:xfrm>
            <a:off x="4631863" y="3326903"/>
            <a:ext cx="43180" cy="43180"/>
          </a:xfrm>
          <a:prstGeom prst="diamond">
            <a:avLst/>
          </a:prstGeom>
          <a:solidFill>
            <a:srgbClr val="5A5A5A"/>
          </a:solidFill>
          <a:ln>
            <a:noFill/>
          </a:ln>
        </p:spPr>
        <p:txBody>
          <a:bodyPr rtlCol="0" anchor="ctr"/>
          <a:lstStyle/>
          <a:p>
            <a:pPr algn="ctr"/>
          </a:p>
        </p:txBody>
      </p:sp>
      <p:sp>
        <p:nvSpPr>
          <p:cNvPr id="48" name="!!body_rd_L1"/>
          <p:cNvSpPr/>
          <p:nvPr/>
        </p:nvSpPr>
        <p:spPr>
          <a:xfrm>
            <a:off x="5002124" y="3239197"/>
            <a:ext cx="43180" cy="43180"/>
          </a:xfrm>
          <a:prstGeom prst="diamond">
            <a:avLst/>
          </a:prstGeom>
          <a:solidFill>
            <a:srgbClr val="5A5A5A"/>
          </a:solidFill>
          <a:ln>
            <a:noFill/>
          </a:ln>
        </p:spPr>
        <p:txBody>
          <a:bodyPr rtlCol="0" anchor="ctr"/>
          <a:lstStyle/>
          <a:p>
            <a:pPr algn="ctr"/>
          </a:p>
        </p:txBody>
      </p:sp>
      <p:sp>
        <p:nvSpPr>
          <p:cNvPr id="49" name="!!body_rd_L2"/>
          <p:cNvSpPr/>
          <p:nvPr/>
        </p:nvSpPr>
        <p:spPr>
          <a:xfrm>
            <a:off x="5372386" y="3205464"/>
            <a:ext cx="43180" cy="43180"/>
          </a:xfrm>
          <a:prstGeom prst="diamond">
            <a:avLst/>
          </a:prstGeom>
          <a:solidFill>
            <a:srgbClr val="5A5A5A"/>
          </a:solidFill>
          <a:ln>
            <a:noFill/>
          </a:ln>
        </p:spPr>
        <p:txBody>
          <a:bodyPr rtlCol="0" anchor="ctr"/>
          <a:lstStyle/>
          <a:p>
            <a:pPr algn="ctr"/>
          </a:p>
        </p:txBody>
      </p:sp>
      <p:sp>
        <p:nvSpPr>
          <p:cNvPr id="50" name="!!body_rd_L3"/>
          <p:cNvSpPr/>
          <p:nvPr/>
        </p:nvSpPr>
        <p:spPr>
          <a:xfrm>
            <a:off x="5742648" y="3164985"/>
            <a:ext cx="43180" cy="43180"/>
          </a:xfrm>
          <a:prstGeom prst="diamond">
            <a:avLst/>
          </a:prstGeom>
          <a:solidFill>
            <a:srgbClr val="5A5A5A"/>
          </a:solidFill>
          <a:ln>
            <a:noFill/>
          </a:ln>
        </p:spPr>
        <p:txBody>
          <a:bodyPr rtlCol="0" anchor="ctr"/>
          <a:lstStyle/>
          <a:p>
            <a:pPr algn="ctr"/>
          </a:p>
        </p:txBody>
      </p:sp>
      <p:sp>
        <p:nvSpPr>
          <p:cNvPr id="51" name="!!body_rd_L4"/>
          <p:cNvSpPr/>
          <p:nvPr/>
        </p:nvSpPr>
        <p:spPr>
          <a:xfrm>
            <a:off x="6112909" y="3144745"/>
            <a:ext cx="43180" cy="43180"/>
          </a:xfrm>
          <a:prstGeom prst="diamond">
            <a:avLst/>
          </a:prstGeom>
          <a:solidFill>
            <a:srgbClr val="5A5A5A"/>
          </a:solidFill>
          <a:ln>
            <a:noFill/>
          </a:ln>
        </p:spPr>
        <p:txBody>
          <a:bodyPr rtlCol="0" anchor="ctr"/>
          <a:lstStyle/>
          <a:p>
            <a:pPr algn="ctr"/>
          </a:p>
        </p:txBody>
      </p:sp>
      <p:sp>
        <p:nvSpPr>
          <p:cNvPr id="52" name="!!body_rd_L5"/>
          <p:cNvSpPr/>
          <p:nvPr/>
        </p:nvSpPr>
        <p:spPr>
          <a:xfrm>
            <a:off x="6483171" y="3198718"/>
            <a:ext cx="43180" cy="43180"/>
          </a:xfrm>
          <a:prstGeom prst="diamond">
            <a:avLst/>
          </a:prstGeom>
          <a:solidFill>
            <a:srgbClr val="5A5A5A"/>
          </a:solidFill>
          <a:ln>
            <a:noFill/>
          </a:ln>
        </p:spPr>
        <p:txBody>
          <a:bodyPr rtlCol="0" anchor="ctr"/>
          <a:lstStyle/>
          <a:p>
            <a:pPr algn="ctr"/>
          </a:p>
        </p:txBody>
      </p:sp>
      <p:sp>
        <p:nvSpPr>
          <p:cNvPr id="53" name="!!body_x_w_T13"/>
          <p:cNvSpPr/>
          <p:nvPr/>
        </p:nvSpPr>
        <p:spPr>
          <a:xfrm>
            <a:off x="4758700" y="2340102"/>
            <a:ext cx="63500" cy="63500"/>
          </a:xfrm>
          <a:prstGeom prst="ellipse">
            <a:avLst/>
          </a:prstGeom>
          <a:solidFill>
            <a:srgbClr val="FFFFFF"/>
          </a:solidFill>
          <a:ln w="12700">
            <a:solidFill>
              <a:srgbClr val="333333"/>
            </a:solidFill>
          </a:ln>
        </p:spPr>
        <p:txBody>
          <a:bodyPr rtlCol="0" anchor="ctr"/>
          <a:lstStyle/>
          <a:p>
            <a:pPr algn="ctr"/>
          </a:p>
        </p:txBody>
      </p:sp>
      <p:sp>
        <p:nvSpPr>
          <p:cNvPr id="54" name="!!body_x_w_L6"/>
          <p:cNvSpPr/>
          <p:nvPr/>
        </p:nvSpPr>
        <p:spPr>
          <a:xfrm>
            <a:off x="6795138" y="2614717"/>
            <a:ext cx="63500" cy="63500"/>
          </a:xfrm>
          <a:prstGeom prst="ellipse">
            <a:avLst/>
          </a:prstGeom>
          <a:solidFill>
            <a:srgbClr val="FFFFFF"/>
          </a:solidFill>
          <a:ln w="12700">
            <a:solidFill>
              <a:srgbClr val="333333"/>
            </a:solidFill>
          </a:ln>
        </p:spPr>
        <p:txBody>
          <a:bodyPr rtlCol="0" anchor="ctr"/>
          <a:lstStyle/>
          <a:p>
            <a:pPr algn="ctr"/>
          </a:p>
        </p:txBody>
      </p:sp>
      <p:sp>
        <p:nvSpPr>
          <p:cNvPr id="55" name="!!body_x_d_T13"/>
          <p:cNvSpPr/>
          <p:nvPr/>
        </p:nvSpPr>
        <p:spPr>
          <a:xfrm>
            <a:off x="4854968" y="3303247"/>
            <a:ext cx="63500" cy="63500"/>
          </a:xfrm>
          <a:prstGeom prst="ellipse">
            <a:avLst/>
          </a:prstGeom>
          <a:solidFill>
            <a:srgbClr val="FFFFFF"/>
          </a:solidFill>
          <a:ln w="12700">
            <a:solidFill>
              <a:srgbClr val="333333"/>
            </a:solidFill>
          </a:ln>
        </p:spPr>
        <p:txBody>
          <a:bodyPr rtlCol="0" anchor="ctr"/>
          <a:lstStyle/>
          <a:p>
            <a:pPr algn="ctr"/>
          </a:p>
        </p:txBody>
      </p:sp>
      <p:sp>
        <p:nvSpPr>
          <p:cNvPr id="56" name="!!body_x_d_L6"/>
          <p:cNvSpPr/>
          <p:nvPr/>
        </p:nvSpPr>
        <p:spPr>
          <a:xfrm>
            <a:off x="6891406" y="3282755"/>
            <a:ext cx="63500" cy="63500"/>
          </a:xfrm>
          <a:prstGeom prst="ellipse">
            <a:avLst/>
          </a:prstGeom>
          <a:solidFill>
            <a:srgbClr val="FFFFFF"/>
          </a:solidFill>
          <a:ln w="12700">
            <a:solidFill>
              <a:srgbClr val="333333"/>
            </a:solidFill>
          </a:ln>
        </p:spPr>
        <p:txBody>
          <a:bodyPr rtlCol="0" anchor="ctr"/>
          <a:lstStyle/>
          <a:p>
            <a:pPr algn="ctr"/>
          </a:p>
        </p:txBody>
      </p:sp>
      <p:sp>
        <p:nvSpPr>
          <p:cNvPr id="57" name="!!body_w_M20"/>
          <p:cNvSpPr/>
          <p:nvPr/>
        </p:nvSpPr>
        <p:spPr>
          <a:xfrm>
            <a:off x="2802145" y="2159171"/>
            <a:ext cx="3702616" cy="2221590"/>
          </a:xfrm>
          <a:custGeom>
            <a:avLst/>
            <a:gdLst/>
            <a:ahLst/>
            <a:cxnLst/>
            <a:rect l="l" t="t" r="r" b="b"/>
            <a:pathLst>
              <a:path w="3702616" h="2221590">
                <a:moveTo>
                  <a:pt x="0" y="2160454"/>
                </a:moveTo>
                <a:lnTo>
                  <a:pt x="185131" y="2221590"/>
                </a:lnTo>
                <a:lnTo>
                  <a:pt x="370262" y="2099741"/>
                </a:lnTo>
                <a:lnTo>
                  <a:pt x="555392" y="1990006"/>
                </a:lnTo>
                <a:lnTo>
                  <a:pt x="740523" y="1909051"/>
                </a:lnTo>
                <a:lnTo>
                  <a:pt x="925654" y="1629313"/>
                </a:lnTo>
                <a:lnTo>
                  <a:pt x="1110785" y="1360230"/>
                </a:lnTo>
                <a:lnTo>
                  <a:pt x="1184837" y="1576122"/>
                </a:lnTo>
                <a:lnTo>
                  <a:pt x="1258889" y="1581899"/>
                </a:lnTo>
                <a:lnTo>
                  <a:pt x="1332942" y="1603471"/>
                </a:lnTo>
                <a:lnTo>
                  <a:pt x="1406994" y="1486195"/>
                </a:lnTo>
                <a:lnTo>
                  <a:pt x="1481046" y="1388320"/>
                </a:lnTo>
                <a:lnTo>
                  <a:pt x="1555099" y="1330985"/>
                </a:lnTo>
                <a:lnTo>
                  <a:pt x="1629151" y="1158684"/>
                </a:lnTo>
                <a:lnTo>
                  <a:pt x="1703203" y="847293"/>
                </a:lnTo>
                <a:lnTo>
                  <a:pt x="1777256" y="681429"/>
                </a:lnTo>
                <a:lnTo>
                  <a:pt x="1851308" y="649863"/>
                </a:lnTo>
                <a:lnTo>
                  <a:pt x="2221569" y="428346"/>
                </a:lnTo>
                <a:lnTo>
                  <a:pt x="2591831" y="323291"/>
                </a:lnTo>
                <a:lnTo>
                  <a:pt x="2962093" y="161875"/>
                </a:lnTo>
                <a:lnTo>
                  <a:pt x="3332354" y="0"/>
                </a:lnTo>
                <a:lnTo>
                  <a:pt x="3702616" y="408112"/>
                </a:lnTo>
              </a:path>
            </a:pathLst>
          </a:custGeom>
          <a:noFill/>
          <a:ln w="15875">
            <a:solidFill>
              <a:srgbClr val="46659C"/>
            </a:solidFill>
            <a:round/>
          </a:ln>
        </p:spPr>
        <p:txBody>
          <a:bodyPr rtlCol="0" anchor="ctr"/>
          <a:lstStyle/>
          <a:p>
            <a:pPr algn="ctr"/>
          </a:p>
        </p:txBody>
      </p:sp>
      <p:sp>
        <p:nvSpPr>
          <p:cNvPr id="58" name="!!body_w_M30"/>
          <p:cNvSpPr/>
          <p:nvPr/>
        </p:nvSpPr>
        <p:spPr>
          <a:xfrm>
            <a:off x="2802145" y="1935127"/>
            <a:ext cx="3702616" cy="2467058"/>
          </a:xfrm>
          <a:custGeom>
            <a:avLst/>
            <a:gdLst/>
            <a:ahLst/>
            <a:cxnLst/>
            <a:rect l="l" t="t" r="r" b="b"/>
            <a:pathLst>
              <a:path w="3702616" h="2467058">
                <a:moveTo>
                  <a:pt x="0" y="2447436"/>
                </a:moveTo>
                <a:lnTo>
                  <a:pt x="185131" y="2467058"/>
                </a:lnTo>
                <a:lnTo>
                  <a:pt x="370262" y="2364460"/>
                </a:lnTo>
                <a:lnTo>
                  <a:pt x="555392" y="2220352"/>
                </a:lnTo>
                <a:lnTo>
                  <a:pt x="740523" y="2132007"/>
                </a:lnTo>
                <a:lnTo>
                  <a:pt x="925654" y="1733456"/>
                </a:lnTo>
                <a:lnTo>
                  <a:pt x="1110785" y="1480264"/>
                </a:lnTo>
                <a:lnTo>
                  <a:pt x="1184837" y="1736685"/>
                </a:lnTo>
                <a:lnTo>
                  <a:pt x="1258889" y="1739607"/>
                </a:lnTo>
                <a:lnTo>
                  <a:pt x="1332942" y="1690134"/>
                </a:lnTo>
                <a:lnTo>
                  <a:pt x="1406994" y="1573372"/>
                </a:lnTo>
                <a:lnTo>
                  <a:pt x="1481046" y="1474928"/>
                </a:lnTo>
                <a:lnTo>
                  <a:pt x="1555099" y="1322090"/>
                </a:lnTo>
                <a:lnTo>
                  <a:pt x="1629151" y="1193785"/>
                </a:lnTo>
                <a:lnTo>
                  <a:pt x="1703203" y="1011944"/>
                </a:lnTo>
                <a:lnTo>
                  <a:pt x="1777256" y="846163"/>
                </a:lnTo>
                <a:lnTo>
                  <a:pt x="1851308" y="724685"/>
                </a:lnTo>
                <a:lnTo>
                  <a:pt x="2221569" y="543648"/>
                </a:lnTo>
                <a:lnTo>
                  <a:pt x="2591831" y="340488"/>
                </a:lnTo>
                <a:lnTo>
                  <a:pt x="2962093" y="229028"/>
                </a:lnTo>
                <a:lnTo>
                  <a:pt x="3332354" y="0"/>
                </a:lnTo>
                <a:lnTo>
                  <a:pt x="3702616" y="463249"/>
                </a:lnTo>
              </a:path>
            </a:pathLst>
          </a:custGeom>
          <a:noFill/>
          <a:ln w="15875">
            <a:solidFill>
              <a:srgbClr val="7791BE"/>
            </a:solidFill>
            <a:round/>
          </a:ln>
        </p:spPr>
        <p:txBody>
          <a:bodyPr rtlCol="0" anchor="ctr"/>
          <a:lstStyle/>
          <a:p>
            <a:pPr algn="ctr"/>
          </a:p>
        </p:txBody>
      </p:sp>
      <p:sp>
        <p:nvSpPr>
          <p:cNvPr id="59" name="!!body_w_m"/>
          <p:cNvSpPr/>
          <p:nvPr/>
        </p:nvSpPr>
        <p:spPr>
          <a:xfrm>
            <a:off x="2802145" y="1962634"/>
            <a:ext cx="3702616" cy="2369638"/>
          </a:xfrm>
          <a:custGeom>
            <a:avLst/>
            <a:gdLst/>
            <a:ahLst/>
            <a:cxnLst/>
            <a:rect l="l" t="t" r="r" b="b"/>
            <a:pathLst>
              <a:path w="3702616" h="2369638">
                <a:moveTo>
                  <a:pt x="0" y="2369638"/>
                </a:moveTo>
                <a:lnTo>
                  <a:pt x="185131" y="2356373"/>
                </a:lnTo>
                <a:lnTo>
                  <a:pt x="370262" y="2294292"/>
                </a:lnTo>
                <a:lnTo>
                  <a:pt x="555392" y="2035455"/>
                </a:lnTo>
                <a:lnTo>
                  <a:pt x="740523" y="2064868"/>
                </a:lnTo>
                <a:lnTo>
                  <a:pt x="925654" y="1898057"/>
                </a:lnTo>
                <a:lnTo>
                  <a:pt x="1110785" y="1392880"/>
                </a:lnTo>
                <a:lnTo>
                  <a:pt x="1184837" y="1660935"/>
                </a:lnTo>
                <a:lnTo>
                  <a:pt x="1258889" y="1722700"/>
                </a:lnTo>
                <a:lnTo>
                  <a:pt x="1332942" y="1629374"/>
                </a:lnTo>
                <a:lnTo>
                  <a:pt x="1406994" y="1550192"/>
                </a:lnTo>
                <a:lnTo>
                  <a:pt x="1481046" y="1403211"/>
                </a:lnTo>
                <a:lnTo>
                  <a:pt x="1555099" y="1227238"/>
                </a:lnTo>
                <a:lnTo>
                  <a:pt x="1629151" y="1106488"/>
                </a:lnTo>
                <a:lnTo>
                  <a:pt x="1703203" y="953271"/>
                </a:lnTo>
                <a:lnTo>
                  <a:pt x="1777256" y="757144"/>
                </a:lnTo>
                <a:lnTo>
                  <a:pt x="1851308" y="674866"/>
                </a:lnTo>
                <a:lnTo>
                  <a:pt x="2221569" y="493120"/>
                </a:lnTo>
                <a:lnTo>
                  <a:pt x="2591831" y="288153"/>
                </a:lnTo>
                <a:lnTo>
                  <a:pt x="2962093" y="122630"/>
                </a:lnTo>
                <a:lnTo>
                  <a:pt x="3332354" y="0"/>
                </a:lnTo>
                <a:lnTo>
                  <a:pt x="3702616" y="179768"/>
                </a:lnTo>
              </a:path>
            </a:pathLst>
          </a:custGeom>
          <a:noFill/>
          <a:ln w="15875">
            <a:solidFill>
              <a:srgbClr val="A0B6DA"/>
            </a:solidFill>
            <a:round/>
          </a:ln>
        </p:spPr>
        <p:txBody>
          <a:bodyPr rtlCol="0" anchor="ctr"/>
          <a:lstStyle/>
          <a:p>
            <a:pPr algn="ctr"/>
          </a:p>
        </p:txBody>
      </p:sp>
      <p:sp>
        <p:nvSpPr>
          <p:cNvPr id="60" name="!!body_w_M50"/>
          <p:cNvSpPr/>
          <p:nvPr/>
        </p:nvSpPr>
        <p:spPr>
          <a:xfrm>
            <a:off x="2802145" y="1775018"/>
            <a:ext cx="3702616" cy="2587336"/>
          </a:xfrm>
          <a:custGeom>
            <a:avLst/>
            <a:gdLst/>
            <a:ahLst/>
            <a:cxnLst/>
            <a:rect l="l" t="t" r="r" b="b"/>
            <a:pathLst>
              <a:path w="3702616" h="2587336">
                <a:moveTo>
                  <a:pt x="0" y="2587336"/>
                </a:moveTo>
                <a:lnTo>
                  <a:pt x="185131" y="2575292"/>
                </a:lnTo>
                <a:lnTo>
                  <a:pt x="370262" y="2478588"/>
                </a:lnTo>
                <a:lnTo>
                  <a:pt x="555392" y="2230213"/>
                </a:lnTo>
                <a:lnTo>
                  <a:pt x="740523" y="2200243"/>
                </a:lnTo>
                <a:lnTo>
                  <a:pt x="925654" y="1882934"/>
                </a:lnTo>
                <a:lnTo>
                  <a:pt x="1110785" y="1617480"/>
                </a:lnTo>
                <a:lnTo>
                  <a:pt x="1184837" y="1828100"/>
                </a:lnTo>
                <a:lnTo>
                  <a:pt x="1258889" y="1838460"/>
                </a:lnTo>
                <a:lnTo>
                  <a:pt x="1332942" y="1749787"/>
                </a:lnTo>
                <a:lnTo>
                  <a:pt x="1406994" y="1635049"/>
                </a:lnTo>
                <a:lnTo>
                  <a:pt x="1481046" y="1470529"/>
                </a:lnTo>
                <a:lnTo>
                  <a:pt x="1555099" y="1320694"/>
                </a:lnTo>
                <a:lnTo>
                  <a:pt x="1629151" y="1174985"/>
                </a:lnTo>
                <a:lnTo>
                  <a:pt x="1703203" y="993981"/>
                </a:lnTo>
                <a:lnTo>
                  <a:pt x="1777256" y="764940"/>
                </a:lnTo>
                <a:lnTo>
                  <a:pt x="1851308" y="740727"/>
                </a:lnTo>
                <a:lnTo>
                  <a:pt x="2221569" y="554930"/>
                </a:lnTo>
                <a:lnTo>
                  <a:pt x="2591831" y="421749"/>
                </a:lnTo>
                <a:lnTo>
                  <a:pt x="2962093" y="152215"/>
                </a:lnTo>
                <a:lnTo>
                  <a:pt x="3332354" y="0"/>
                </a:lnTo>
                <a:lnTo>
                  <a:pt x="3702616" y="263270"/>
                </a:lnTo>
              </a:path>
            </a:pathLst>
          </a:custGeom>
          <a:noFill/>
          <a:ln w="15875">
            <a:solidFill>
              <a:srgbClr val="819AC4"/>
            </a:solidFill>
            <a:round/>
          </a:ln>
        </p:spPr>
        <p:txBody>
          <a:bodyPr rtlCol="0" anchor="ctr"/>
          <a:lstStyle/>
          <a:p>
            <a:pPr algn="ctr"/>
          </a:p>
        </p:txBody>
      </p:sp>
      <p:sp>
        <p:nvSpPr>
          <p:cNvPr id="61" name="!!body_w_M60"/>
          <p:cNvSpPr/>
          <p:nvPr/>
        </p:nvSpPr>
        <p:spPr>
          <a:xfrm>
            <a:off x="2802145" y="1814475"/>
            <a:ext cx="3702616" cy="2494334"/>
          </a:xfrm>
          <a:custGeom>
            <a:avLst/>
            <a:gdLst/>
            <a:ahLst/>
            <a:cxnLst/>
            <a:rect l="l" t="t" r="r" b="b"/>
            <a:pathLst>
              <a:path w="3702616" h="2494334">
                <a:moveTo>
                  <a:pt x="0" y="2494334"/>
                </a:moveTo>
                <a:lnTo>
                  <a:pt x="185131" y="2492544"/>
                </a:lnTo>
                <a:lnTo>
                  <a:pt x="370262" y="2420259"/>
                </a:lnTo>
                <a:lnTo>
                  <a:pt x="555392" y="2158287"/>
                </a:lnTo>
                <a:lnTo>
                  <a:pt x="740523" y="2164689"/>
                </a:lnTo>
                <a:lnTo>
                  <a:pt x="925654" y="1768504"/>
                </a:lnTo>
                <a:lnTo>
                  <a:pt x="1110785" y="1530550"/>
                </a:lnTo>
                <a:lnTo>
                  <a:pt x="1184837" y="1767697"/>
                </a:lnTo>
                <a:lnTo>
                  <a:pt x="1258889" y="1776351"/>
                </a:lnTo>
                <a:lnTo>
                  <a:pt x="1332942" y="1684583"/>
                </a:lnTo>
                <a:lnTo>
                  <a:pt x="1406994" y="1538402"/>
                </a:lnTo>
                <a:lnTo>
                  <a:pt x="1481046" y="1449191"/>
                </a:lnTo>
                <a:lnTo>
                  <a:pt x="1555099" y="1267050"/>
                </a:lnTo>
                <a:lnTo>
                  <a:pt x="1629151" y="1066036"/>
                </a:lnTo>
                <a:lnTo>
                  <a:pt x="1703203" y="934718"/>
                </a:lnTo>
                <a:lnTo>
                  <a:pt x="1777256" y="755175"/>
                </a:lnTo>
                <a:lnTo>
                  <a:pt x="1851308" y="640081"/>
                </a:lnTo>
                <a:lnTo>
                  <a:pt x="2221569" y="434976"/>
                </a:lnTo>
                <a:lnTo>
                  <a:pt x="2591831" y="344570"/>
                </a:lnTo>
                <a:lnTo>
                  <a:pt x="2962093" y="189098"/>
                </a:lnTo>
                <a:lnTo>
                  <a:pt x="3332354" y="0"/>
                </a:lnTo>
                <a:lnTo>
                  <a:pt x="3702616" y="266112"/>
                </a:lnTo>
              </a:path>
            </a:pathLst>
          </a:custGeom>
          <a:noFill/>
          <a:ln w="15875">
            <a:solidFill>
              <a:srgbClr val="5D7AAC"/>
            </a:solidFill>
            <a:round/>
          </a:ln>
        </p:spPr>
        <p:txBody>
          <a:bodyPr rtlCol="0" anchor="ctr"/>
          <a:lstStyle/>
          <a:p>
            <a:pPr algn="ctr"/>
          </a:p>
        </p:txBody>
      </p:sp>
      <p:sp>
        <p:nvSpPr>
          <p:cNvPr id="62" name="!!body_w_M70"/>
          <p:cNvSpPr/>
          <p:nvPr/>
        </p:nvSpPr>
        <p:spPr>
          <a:xfrm>
            <a:off x="2802145" y="1856457"/>
            <a:ext cx="3702616" cy="2508295"/>
          </a:xfrm>
          <a:custGeom>
            <a:avLst/>
            <a:gdLst/>
            <a:ahLst/>
            <a:cxnLst/>
            <a:rect l="l" t="t" r="r" b="b"/>
            <a:pathLst>
              <a:path w="3702616" h="2508295">
                <a:moveTo>
                  <a:pt x="0" y="2508295"/>
                </a:moveTo>
                <a:lnTo>
                  <a:pt x="185131" y="2458783"/>
                </a:lnTo>
                <a:lnTo>
                  <a:pt x="370262" y="2312986"/>
                </a:lnTo>
                <a:lnTo>
                  <a:pt x="555392" y="2087645"/>
                </a:lnTo>
                <a:lnTo>
                  <a:pt x="740523" y="2116507"/>
                </a:lnTo>
                <a:lnTo>
                  <a:pt x="925654" y="1834066"/>
                </a:lnTo>
                <a:lnTo>
                  <a:pt x="1110785" y="1515579"/>
                </a:lnTo>
                <a:lnTo>
                  <a:pt x="1184837" y="1686564"/>
                </a:lnTo>
                <a:lnTo>
                  <a:pt x="1258889" y="1651791"/>
                </a:lnTo>
                <a:lnTo>
                  <a:pt x="1332942" y="1602198"/>
                </a:lnTo>
                <a:lnTo>
                  <a:pt x="1406994" y="1461450"/>
                </a:lnTo>
                <a:lnTo>
                  <a:pt x="1481046" y="1358559"/>
                </a:lnTo>
                <a:lnTo>
                  <a:pt x="1555099" y="1174386"/>
                </a:lnTo>
                <a:lnTo>
                  <a:pt x="1629151" y="1087402"/>
                </a:lnTo>
                <a:lnTo>
                  <a:pt x="1703203" y="849000"/>
                </a:lnTo>
                <a:lnTo>
                  <a:pt x="1777256" y="689443"/>
                </a:lnTo>
                <a:lnTo>
                  <a:pt x="1851308" y="530722"/>
                </a:lnTo>
                <a:lnTo>
                  <a:pt x="2221569" y="435006"/>
                </a:lnTo>
                <a:lnTo>
                  <a:pt x="2591831" y="283324"/>
                </a:lnTo>
                <a:lnTo>
                  <a:pt x="2962093" y="91506"/>
                </a:lnTo>
                <a:lnTo>
                  <a:pt x="3332354" y="0"/>
                </a:lnTo>
                <a:lnTo>
                  <a:pt x="3702616" y="221567"/>
                </a:lnTo>
              </a:path>
            </a:pathLst>
          </a:custGeom>
          <a:noFill/>
          <a:ln w="15875">
            <a:solidFill>
              <a:srgbClr val="345590"/>
            </a:solidFill>
            <a:round/>
          </a:ln>
        </p:spPr>
        <p:txBody>
          <a:bodyPr rtlCol="0" anchor="ctr"/>
          <a:lstStyle/>
          <a:p>
            <a:pPr algn="ctr"/>
          </a:p>
        </p:txBody>
      </p:sp>
      <p:sp>
        <p:nvSpPr>
          <p:cNvPr id="63" name="!!body_w_M80"/>
          <p:cNvSpPr/>
          <p:nvPr/>
        </p:nvSpPr>
        <p:spPr>
          <a:xfrm>
            <a:off x="2802145" y="1806870"/>
            <a:ext cx="3702616" cy="2519395"/>
          </a:xfrm>
          <a:custGeom>
            <a:avLst/>
            <a:gdLst/>
            <a:ahLst/>
            <a:cxnLst/>
            <a:rect l="l" t="t" r="r" b="b"/>
            <a:pathLst>
              <a:path w="3702616" h="2519395">
                <a:moveTo>
                  <a:pt x="0" y="2519395"/>
                </a:moveTo>
                <a:lnTo>
                  <a:pt x="185131" y="2433413"/>
                </a:lnTo>
                <a:lnTo>
                  <a:pt x="370262" y="2383516"/>
                </a:lnTo>
                <a:lnTo>
                  <a:pt x="555392" y="2169218"/>
                </a:lnTo>
                <a:lnTo>
                  <a:pt x="740523" y="2176418"/>
                </a:lnTo>
                <a:lnTo>
                  <a:pt x="925654" y="1953723"/>
                </a:lnTo>
                <a:lnTo>
                  <a:pt x="1110785" y="1488745"/>
                </a:lnTo>
                <a:lnTo>
                  <a:pt x="1184837" y="1693515"/>
                </a:lnTo>
                <a:lnTo>
                  <a:pt x="1258889" y="1720096"/>
                </a:lnTo>
                <a:lnTo>
                  <a:pt x="1332942" y="1630429"/>
                </a:lnTo>
                <a:lnTo>
                  <a:pt x="1406994" y="1506604"/>
                </a:lnTo>
                <a:lnTo>
                  <a:pt x="1481046" y="1405246"/>
                </a:lnTo>
                <a:lnTo>
                  <a:pt x="1555099" y="1173582"/>
                </a:lnTo>
                <a:lnTo>
                  <a:pt x="1629151" y="1177497"/>
                </a:lnTo>
                <a:lnTo>
                  <a:pt x="1703203" y="837476"/>
                </a:lnTo>
                <a:lnTo>
                  <a:pt x="1777256" y="791557"/>
                </a:lnTo>
                <a:lnTo>
                  <a:pt x="1851308" y="726220"/>
                </a:lnTo>
                <a:lnTo>
                  <a:pt x="2221569" y="457817"/>
                </a:lnTo>
                <a:lnTo>
                  <a:pt x="2591831" y="413280"/>
                </a:lnTo>
                <a:lnTo>
                  <a:pt x="2962093" y="89226"/>
                </a:lnTo>
                <a:lnTo>
                  <a:pt x="3332354" y="0"/>
                </a:lnTo>
                <a:lnTo>
                  <a:pt x="3702616" y="277714"/>
                </a:lnTo>
              </a:path>
            </a:pathLst>
          </a:custGeom>
          <a:noFill/>
          <a:ln w="15875">
            <a:solidFill>
              <a:srgbClr val="113578"/>
            </a:solidFill>
            <a:round/>
          </a:ln>
        </p:spPr>
        <p:txBody>
          <a:bodyPr rtlCol="0" anchor="ctr"/>
          <a:lstStyle/>
          <a:p>
            <a:pPr algn="ctr"/>
          </a:p>
        </p:txBody>
      </p:sp>
      <p:sp>
        <p:nvSpPr>
          <p:cNvPr id="64" name="!!body_w_F20"/>
          <p:cNvSpPr/>
          <p:nvPr/>
        </p:nvSpPr>
        <p:spPr>
          <a:xfrm>
            <a:off x="2802145" y="2626364"/>
            <a:ext cx="3702616" cy="1814183"/>
          </a:xfrm>
          <a:custGeom>
            <a:avLst/>
            <a:gdLst/>
            <a:ahLst/>
            <a:cxnLst/>
            <a:rect l="l" t="t" r="r" b="b"/>
            <a:pathLst>
              <a:path w="3702616" h="1814183">
                <a:moveTo>
                  <a:pt x="0" y="1814183"/>
                </a:moveTo>
                <a:lnTo>
                  <a:pt x="185131" y="1801318"/>
                </a:lnTo>
                <a:lnTo>
                  <a:pt x="370262" y="1802106"/>
                </a:lnTo>
                <a:lnTo>
                  <a:pt x="555392" y="1612936"/>
                </a:lnTo>
                <a:lnTo>
                  <a:pt x="740523" y="1547850"/>
                </a:lnTo>
                <a:lnTo>
                  <a:pt x="925654" y="1469250"/>
                </a:lnTo>
                <a:lnTo>
                  <a:pt x="1110785" y="1295812"/>
                </a:lnTo>
                <a:lnTo>
                  <a:pt x="1184837" y="1455281"/>
                </a:lnTo>
                <a:lnTo>
                  <a:pt x="1258889" y="1540722"/>
                </a:lnTo>
                <a:lnTo>
                  <a:pt x="1332942" y="1365382"/>
                </a:lnTo>
                <a:lnTo>
                  <a:pt x="1406994" y="1241784"/>
                </a:lnTo>
                <a:lnTo>
                  <a:pt x="1481046" y="1116330"/>
                </a:lnTo>
                <a:lnTo>
                  <a:pt x="1555099" y="997925"/>
                </a:lnTo>
                <a:lnTo>
                  <a:pt x="1629151" y="969126"/>
                </a:lnTo>
                <a:lnTo>
                  <a:pt x="1703203" y="804538"/>
                </a:lnTo>
                <a:lnTo>
                  <a:pt x="1777256" y="700570"/>
                </a:lnTo>
                <a:lnTo>
                  <a:pt x="1851308" y="554923"/>
                </a:lnTo>
                <a:lnTo>
                  <a:pt x="2221569" y="429162"/>
                </a:lnTo>
                <a:lnTo>
                  <a:pt x="2591831" y="236470"/>
                </a:lnTo>
                <a:lnTo>
                  <a:pt x="2962093" y="0"/>
                </a:lnTo>
                <a:lnTo>
                  <a:pt x="3332354" y="63719"/>
                </a:lnTo>
                <a:lnTo>
                  <a:pt x="3702616" y="229786"/>
                </a:lnTo>
              </a:path>
            </a:pathLst>
          </a:custGeom>
          <a:noFill/>
          <a:ln w="15875">
            <a:solidFill>
              <a:srgbClr val="A94855"/>
            </a:solidFill>
            <a:round/>
          </a:ln>
        </p:spPr>
        <p:txBody>
          <a:bodyPr rtlCol="0" anchor="ctr"/>
          <a:lstStyle/>
          <a:p>
            <a:pPr algn="ctr"/>
          </a:p>
        </p:txBody>
      </p:sp>
      <p:sp>
        <p:nvSpPr>
          <p:cNvPr id="65" name="!!body_w_F30"/>
          <p:cNvSpPr/>
          <p:nvPr/>
        </p:nvSpPr>
        <p:spPr>
          <a:xfrm>
            <a:off x="2802145" y="2263057"/>
            <a:ext cx="3702616" cy="2279363"/>
          </a:xfrm>
          <a:custGeom>
            <a:avLst/>
            <a:gdLst/>
            <a:ahLst/>
            <a:cxnLst/>
            <a:rect l="l" t="t" r="r" b="b"/>
            <a:pathLst>
              <a:path w="3702616" h="2279363">
                <a:moveTo>
                  <a:pt x="0" y="2279363"/>
                </a:moveTo>
                <a:lnTo>
                  <a:pt x="185131" y="2164976"/>
                </a:lnTo>
                <a:lnTo>
                  <a:pt x="370262" y="2068553"/>
                </a:lnTo>
                <a:lnTo>
                  <a:pt x="555392" y="1913348"/>
                </a:lnTo>
                <a:lnTo>
                  <a:pt x="740523" y="1876808"/>
                </a:lnTo>
                <a:lnTo>
                  <a:pt x="925654" y="1468165"/>
                </a:lnTo>
                <a:lnTo>
                  <a:pt x="1110785" y="1442888"/>
                </a:lnTo>
                <a:lnTo>
                  <a:pt x="1184837" y="1623666"/>
                </a:lnTo>
                <a:lnTo>
                  <a:pt x="1258889" y="1709684"/>
                </a:lnTo>
                <a:lnTo>
                  <a:pt x="1332942" y="1695183"/>
                </a:lnTo>
                <a:lnTo>
                  <a:pt x="1406994" y="1535961"/>
                </a:lnTo>
                <a:lnTo>
                  <a:pt x="1481046" y="1374390"/>
                </a:lnTo>
                <a:lnTo>
                  <a:pt x="1555099" y="1256645"/>
                </a:lnTo>
                <a:lnTo>
                  <a:pt x="1629151" y="1136114"/>
                </a:lnTo>
                <a:lnTo>
                  <a:pt x="1703203" y="980051"/>
                </a:lnTo>
                <a:lnTo>
                  <a:pt x="1777256" y="821702"/>
                </a:lnTo>
                <a:lnTo>
                  <a:pt x="1851308" y="765774"/>
                </a:lnTo>
                <a:lnTo>
                  <a:pt x="2221569" y="459776"/>
                </a:lnTo>
                <a:lnTo>
                  <a:pt x="2591831" y="343676"/>
                </a:lnTo>
                <a:lnTo>
                  <a:pt x="2962093" y="186042"/>
                </a:lnTo>
                <a:lnTo>
                  <a:pt x="3332354" y="0"/>
                </a:lnTo>
                <a:lnTo>
                  <a:pt x="3702616" y="396900"/>
                </a:lnTo>
              </a:path>
            </a:pathLst>
          </a:custGeom>
          <a:noFill/>
          <a:ln w="15875">
            <a:solidFill>
              <a:srgbClr val="C87782"/>
            </a:solidFill>
            <a:round/>
          </a:ln>
        </p:spPr>
        <p:txBody>
          <a:bodyPr rtlCol="0" anchor="ctr"/>
          <a:lstStyle/>
          <a:p>
            <a:pPr algn="ctr"/>
          </a:p>
        </p:txBody>
      </p:sp>
      <p:sp>
        <p:nvSpPr>
          <p:cNvPr id="66" name="!!body_w_f"/>
          <p:cNvSpPr/>
          <p:nvPr/>
        </p:nvSpPr>
        <p:spPr>
          <a:xfrm>
            <a:off x="2802145" y="2262800"/>
            <a:ext cx="3702616" cy="2203697"/>
          </a:xfrm>
          <a:custGeom>
            <a:avLst/>
            <a:gdLst/>
            <a:ahLst/>
            <a:cxnLst/>
            <a:rect l="l" t="t" r="r" b="b"/>
            <a:pathLst>
              <a:path w="3702616" h="2203697">
                <a:moveTo>
                  <a:pt x="0" y="2203697"/>
                </a:moveTo>
                <a:lnTo>
                  <a:pt x="185131" y="2144355"/>
                </a:lnTo>
                <a:lnTo>
                  <a:pt x="370262" y="2051254"/>
                </a:lnTo>
                <a:lnTo>
                  <a:pt x="555392" y="1820423"/>
                </a:lnTo>
                <a:lnTo>
                  <a:pt x="740523" y="1869513"/>
                </a:lnTo>
                <a:lnTo>
                  <a:pt x="925654" y="1447456"/>
                </a:lnTo>
                <a:lnTo>
                  <a:pt x="1110785" y="1440592"/>
                </a:lnTo>
                <a:lnTo>
                  <a:pt x="1184837" y="1614712"/>
                </a:lnTo>
                <a:lnTo>
                  <a:pt x="1258889" y="1649742"/>
                </a:lnTo>
                <a:lnTo>
                  <a:pt x="1332942" y="1652512"/>
                </a:lnTo>
                <a:lnTo>
                  <a:pt x="1406994" y="1509413"/>
                </a:lnTo>
                <a:lnTo>
                  <a:pt x="1481046" y="1425694"/>
                </a:lnTo>
                <a:lnTo>
                  <a:pt x="1555099" y="1253550"/>
                </a:lnTo>
                <a:lnTo>
                  <a:pt x="1629151" y="1133388"/>
                </a:lnTo>
                <a:lnTo>
                  <a:pt x="1703203" y="966964"/>
                </a:lnTo>
                <a:lnTo>
                  <a:pt x="1777256" y="863977"/>
                </a:lnTo>
                <a:lnTo>
                  <a:pt x="1851308" y="683537"/>
                </a:lnTo>
                <a:lnTo>
                  <a:pt x="2221569" y="550472"/>
                </a:lnTo>
                <a:lnTo>
                  <a:pt x="2591831" y="337483"/>
                </a:lnTo>
                <a:lnTo>
                  <a:pt x="2962093" y="97207"/>
                </a:lnTo>
                <a:lnTo>
                  <a:pt x="3332354" y="0"/>
                </a:lnTo>
                <a:lnTo>
                  <a:pt x="3702616" y="231856"/>
                </a:lnTo>
              </a:path>
            </a:pathLst>
          </a:custGeom>
          <a:noFill/>
          <a:ln w="15875">
            <a:solidFill>
              <a:srgbClr val="E3A0AA"/>
            </a:solidFill>
            <a:round/>
          </a:ln>
        </p:spPr>
        <p:txBody>
          <a:bodyPr rtlCol="0" anchor="ctr"/>
          <a:lstStyle/>
          <a:p>
            <a:pPr algn="ctr"/>
          </a:p>
        </p:txBody>
      </p:sp>
      <p:sp>
        <p:nvSpPr>
          <p:cNvPr id="67" name="!!body_w_F50"/>
          <p:cNvSpPr/>
          <p:nvPr/>
        </p:nvSpPr>
        <p:spPr>
          <a:xfrm>
            <a:off x="2802145" y="2302667"/>
            <a:ext cx="3702616" cy="2123005"/>
          </a:xfrm>
          <a:custGeom>
            <a:avLst/>
            <a:gdLst/>
            <a:ahLst/>
            <a:cxnLst/>
            <a:rect l="l" t="t" r="r" b="b"/>
            <a:pathLst>
              <a:path w="3702616" h="2123005">
                <a:moveTo>
                  <a:pt x="0" y="2123005"/>
                </a:moveTo>
                <a:lnTo>
                  <a:pt x="185131" y="2072020"/>
                </a:lnTo>
                <a:lnTo>
                  <a:pt x="370262" y="2003592"/>
                </a:lnTo>
                <a:lnTo>
                  <a:pt x="555392" y="1800187"/>
                </a:lnTo>
                <a:lnTo>
                  <a:pt x="740523" y="1754374"/>
                </a:lnTo>
                <a:lnTo>
                  <a:pt x="925654" y="1338622"/>
                </a:lnTo>
                <a:lnTo>
                  <a:pt x="1110785" y="1334432"/>
                </a:lnTo>
                <a:lnTo>
                  <a:pt x="1184837" y="1551080"/>
                </a:lnTo>
                <a:lnTo>
                  <a:pt x="1258889" y="1605192"/>
                </a:lnTo>
                <a:lnTo>
                  <a:pt x="1332942" y="1532857"/>
                </a:lnTo>
                <a:lnTo>
                  <a:pt x="1406994" y="1445214"/>
                </a:lnTo>
                <a:lnTo>
                  <a:pt x="1481046" y="1314584"/>
                </a:lnTo>
                <a:lnTo>
                  <a:pt x="1555099" y="1175292"/>
                </a:lnTo>
                <a:lnTo>
                  <a:pt x="1629151" y="1073477"/>
                </a:lnTo>
                <a:lnTo>
                  <a:pt x="1703203" y="854455"/>
                </a:lnTo>
                <a:lnTo>
                  <a:pt x="1777256" y="697438"/>
                </a:lnTo>
                <a:lnTo>
                  <a:pt x="1851308" y="620742"/>
                </a:lnTo>
                <a:lnTo>
                  <a:pt x="2221569" y="396060"/>
                </a:lnTo>
                <a:lnTo>
                  <a:pt x="2591831" y="262964"/>
                </a:lnTo>
                <a:lnTo>
                  <a:pt x="2962093" y="50798"/>
                </a:lnTo>
                <a:lnTo>
                  <a:pt x="3332354" y="0"/>
                </a:lnTo>
                <a:lnTo>
                  <a:pt x="3702616" y="93301"/>
                </a:lnTo>
              </a:path>
            </a:pathLst>
          </a:custGeom>
          <a:noFill/>
          <a:ln w="15875">
            <a:solidFill>
              <a:srgbClr val="D0838E"/>
            </a:solidFill>
            <a:round/>
          </a:ln>
        </p:spPr>
        <p:txBody>
          <a:bodyPr rtlCol="0" anchor="ctr"/>
          <a:lstStyle/>
          <a:p>
            <a:pPr algn="ctr"/>
          </a:p>
        </p:txBody>
      </p:sp>
      <p:sp>
        <p:nvSpPr>
          <p:cNvPr id="68" name="!!body_w_F60"/>
          <p:cNvSpPr/>
          <p:nvPr/>
        </p:nvSpPr>
        <p:spPr>
          <a:xfrm>
            <a:off x="2802145" y="2271781"/>
            <a:ext cx="3702616" cy="2131670"/>
          </a:xfrm>
          <a:custGeom>
            <a:avLst/>
            <a:gdLst/>
            <a:ahLst/>
            <a:cxnLst/>
            <a:rect l="l" t="t" r="r" b="b"/>
            <a:pathLst>
              <a:path w="3702616" h="2131670">
                <a:moveTo>
                  <a:pt x="0" y="2131670"/>
                </a:moveTo>
                <a:lnTo>
                  <a:pt x="185131" y="2091777"/>
                </a:lnTo>
                <a:lnTo>
                  <a:pt x="370262" y="2018536"/>
                </a:lnTo>
                <a:lnTo>
                  <a:pt x="555392" y="1749398"/>
                </a:lnTo>
                <a:lnTo>
                  <a:pt x="740523" y="1749111"/>
                </a:lnTo>
                <a:lnTo>
                  <a:pt x="925654" y="1431348"/>
                </a:lnTo>
                <a:lnTo>
                  <a:pt x="1110785" y="1363223"/>
                </a:lnTo>
                <a:lnTo>
                  <a:pt x="1184837" y="1538755"/>
                </a:lnTo>
                <a:lnTo>
                  <a:pt x="1258889" y="1558945"/>
                </a:lnTo>
                <a:lnTo>
                  <a:pt x="1332942" y="1503537"/>
                </a:lnTo>
                <a:lnTo>
                  <a:pt x="1406994" y="1385679"/>
                </a:lnTo>
                <a:lnTo>
                  <a:pt x="1481046" y="1296079"/>
                </a:lnTo>
                <a:lnTo>
                  <a:pt x="1555099" y="1133588"/>
                </a:lnTo>
                <a:lnTo>
                  <a:pt x="1629151" y="1034803"/>
                </a:lnTo>
                <a:lnTo>
                  <a:pt x="1703203" y="830186"/>
                </a:lnTo>
                <a:lnTo>
                  <a:pt x="1777256" y="686408"/>
                </a:lnTo>
                <a:lnTo>
                  <a:pt x="1851308" y="594462"/>
                </a:lnTo>
                <a:lnTo>
                  <a:pt x="2221569" y="405343"/>
                </a:lnTo>
                <a:lnTo>
                  <a:pt x="2591831" y="278608"/>
                </a:lnTo>
                <a:lnTo>
                  <a:pt x="2962093" y="168500"/>
                </a:lnTo>
                <a:lnTo>
                  <a:pt x="3332354" y="0"/>
                </a:lnTo>
                <a:lnTo>
                  <a:pt x="3702616" y="120516"/>
                </a:lnTo>
              </a:path>
            </a:pathLst>
          </a:custGeom>
          <a:noFill/>
          <a:ln w="15875">
            <a:solidFill>
              <a:srgbClr val="B65B68"/>
            </a:solidFill>
            <a:round/>
          </a:ln>
        </p:spPr>
        <p:txBody>
          <a:bodyPr rtlCol="0" anchor="ctr"/>
          <a:lstStyle/>
          <a:p>
            <a:pPr algn="ctr"/>
          </a:p>
        </p:txBody>
      </p:sp>
      <p:sp>
        <p:nvSpPr>
          <p:cNvPr id="69" name="!!body_w_F70"/>
          <p:cNvSpPr/>
          <p:nvPr/>
        </p:nvSpPr>
        <p:spPr>
          <a:xfrm>
            <a:off x="2802145" y="2240735"/>
            <a:ext cx="3702616" cy="2172871"/>
          </a:xfrm>
          <a:custGeom>
            <a:avLst/>
            <a:gdLst/>
            <a:ahLst/>
            <a:cxnLst/>
            <a:rect l="l" t="t" r="r" b="b"/>
            <a:pathLst>
              <a:path w="3702616" h="2172871">
                <a:moveTo>
                  <a:pt x="0" y="2172871"/>
                </a:moveTo>
                <a:lnTo>
                  <a:pt x="185131" y="2149885"/>
                </a:lnTo>
                <a:lnTo>
                  <a:pt x="370262" y="2030413"/>
                </a:lnTo>
                <a:lnTo>
                  <a:pt x="555392" y="1788823"/>
                </a:lnTo>
                <a:lnTo>
                  <a:pt x="740523" y="1850371"/>
                </a:lnTo>
                <a:lnTo>
                  <a:pt x="925654" y="1574530"/>
                </a:lnTo>
                <a:lnTo>
                  <a:pt x="1110785" y="1342362"/>
                </a:lnTo>
                <a:lnTo>
                  <a:pt x="1184837" y="1552719"/>
                </a:lnTo>
                <a:lnTo>
                  <a:pt x="1258889" y="1551138"/>
                </a:lnTo>
                <a:lnTo>
                  <a:pt x="1332942" y="1503216"/>
                </a:lnTo>
                <a:lnTo>
                  <a:pt x="1406994" y="1381988"/>
                </a:lnTo>
                <a:lnTo>
                  <a:pt x="1481046" y="1256303"/>
                </a:lnTo>
                <a:lnTo>
                  <a:pt x="1555099" y="1129867"/>
                </a:lnTo>
                <a:lnTo>
                  <a:pt x="1629151" y="985178"/>
                </a:lnTo>
                <a:lnTo>
                  <a:pt x="1703203" y="818125"/>
                </a:lnTo>
                <a:lnTo>
                  <a:pt x="1777256" y="667874"/>
                </a:lnTo>
                <a:lnTo>
                  <a:pt x="1851308" y="593676"/>
                </a:lnTo>
                <a:lnTo>
                  <a:pt x="2221569" y="365636"/>
                </a:lnTo>
                <a:lnTo>
                  <a:pt x="2591831" y="280351"/>
                </a:lnTo>
                <a:lnTo>
                  <a:pt x="2962093" y="106423"/>
                </a:lnTo>
                <a:lnTo>
                  <a:pt x="3332354" y="0"/>
                </a:lnTo>
                <a:lnTo>
                  <a:pt x="3702616" y="78939"/>
                </a:lnTo>
              </a:path>
            </a:pathLst>
          </a:custGeom>
          <a:noFill/>
          <a:ln w="15875">
            <a:solidFill>
              <a:srgbClr val="99303E"/>
            </a:solidFill>
            <a:round/>
          </a:ln>
        </p:spPr>
        <p:txBody>
          <a:bodyPr rtlCol="0" anchor="ctr"/>
          <a:lstStyle/>
          <a:p>
            <a:pPr algn="ctr"/>
          </a:p>
        </p:txBody>
      </p:sp>
      <p:sp>
        <p:nvSpPr>
          <p:cNvPr id="70" name="!!body_w_F80"/>
          <p:cNvSpPr/>
          <p:nvPr/>
        </p:nvSpPr>
        <p:spPr>
          <a:xfrm>
            <a:off x="2802145" y="2090966"/>
            <a:ext cx="3702616" cy="2295925"/>
          </a:xfrm>
          <a:custGeom>
            <a:avLst/>
            <a:gdLst/>
            <a:ahLst/>
            <a:cxnLst/>
            <a:rect l="l" t="t" r="r" b="b"/>
            <a:pathLst>
              <a:path w="3702616" h="2295925">
                <a:moveTo>
                  <a:pt x="0" y="2265928"/>
                </a:moveTo>
                <a:lnTo>
                  <a:pt x="185131" y="2295925"/>
                </a:lnTo>
                <a:lnTo>
                  <a:pt x="370262" y="2096473"/>
                </a:lnTo>
                <a:lnTo>
                  <a:pt x="555392" y="1968288"/>
                </a:lnTo>
                <a:lnTo>
                  <a:pt x="740523" y="1993312"/>
                </a:lnTo>
                <a:lnTo>
                  <a:pt x="925654" y="1870585"/>
                </a:lnTo>
                <a:lnTo>
                  <a:pt x="1110785" y="1451313"/>
                </a:lnTo>
                <a:lnTo>
                  <a:pt x="1184837" y="1609590"/>
                </a:lnTo>
                <a:lnTo>
                  <a:pt x="1258889" y="1598639"/>
                </a:lnTo>
                <a:lnTo>
                  <a:pt x="1332942" y="1556530"/>
                </a:lnTo>
                <a:lnTo>
                  <a:pt x="1406994" y="1406408"/>
                </a:lnTo>
                <a:lnTo>
                  <a:pt x="1481046" y="1351190"/>
                </a:lnTo>
                <a:lnTo>
                  <a:pt x="1555099" y="1192959"/>
                </a:lnTo>
                <a:lnTo>
                  <a:pt x="1629151" y="1023271"/>
                </a:lnTo>
                <a:lnTo>
                  <a:pt x="1703203" y="878591"/>
                </a:lnTo>
                <a:lnTo>
                  <a:pt x="1777256" y="660385"/>
                </a:lnTo>
                <a:lnTo>
                  <a:pt x="1851308" y="629831"/>
                </a:lnTo>
                <a:lnTo>
                  <a:pt x="2221569" y="470893"/>
                </a:lnTo>
                <a:lnTo>
                  <a:pt x="2591831" y="212344"/>
                </a:lnTo>
                <a:lnTo>
                  <a:pt x="2962093" y="80747"/>
                </a:lnTo>
                <a:lnTo>
                  <a:pt x="3332354" y="36092"/>
                </a:lnTo>
                <a:lnTo>
                  <a:pt x="3702616" y="0"/>
                </a:lnTo>
              </a:path>
            </a:pathLst>
          </a:custGeom>
          <a:noFill/>
          <a:ln w="15875">
            <a:solidFill>
              <a:srgbClr val="7E0716"/>
            </a:solidFill>
            <a:round/>
          </a:ln>
        </p:spPr>
        <p:txBody>
          <a:bodyPr rtlCol="0" anchor="ctr"/>
          <a:lstStyle/>
          <a:p>
            <a:pPr algn="ctr"/>
          </a:p>
        </p:txBody>
      </p:sp>
      <p:sp>
        <p:nvSpPr>
          <p:cNvPr id="71" name="!!body_d_M20"/>
          <p:cNvSpPr/>
          <p:nvPr/>
        </p:nvSpPr>
        <p:spPr>
          <a:xfrm>
            <a:off x="3279075" y="3312338"/>
            <a:ext cx="3225686" cy="1237052"/>
          </a:xfrm>
          <a:custGeom>
            <a:avLst/>
            <a:gdLst/>
            <a:ahLst/>
            <a:cxnLst/>
            <a:rect l="l" t="t" r="r" b="b"/>
            <a:pathLst>
              <a:path w="3225686" h="1237052">
                <a:moveTo>
                  <a:pt x="0" y="1237052"/>
                </a:moveTo>
                <a:lnTo>
                  <a:pt x="78462" y="1163008"/>
                </a:lnTo>
                <a:lnTo>
                  <a:pt x="263593" y="1091291"/>
                </a:lnTo>
                <a:lnTo>
                  <a:pt x="448724" y="1109585"/>
                </a:lnTo>
                <a:lnTo>
                  <a:pt x="633855" y="982537"/>
                </a:lnTo>
                <a:lnTo>
                  <a:pt x="707907" y="869309"/>
                </a:lnTo>
                <a:lnTo>
                  <a:pt x="781959" y="736253"/>
                </a:lnTo>
                <a:lnTo>
                  <a:pt x="856012" y="616859"/>
                </a:lnTo>
                <a:lnTo>
                  <a:pt x="930064" y="500928"/>
                </a:lnTo>
                <a:lnTo>
                  <a:pt x="1004116" y="421235"/>
                </a:lnTo>
                <a:lnTo>
                  <a:pt x="1078169" y="433091"/>
                </a:lnTo>
                <a:lnTo>
                  <a:pt x="1152221" y="265224"/>
                </a:lnTo>
                <a:lnTo>
                  <a:pt x="1226273" y="135725"/>
                </a:lnTo>
                <a:lnTo>
                  <a:pt x="1300326" y="108266"/>
                </a:lnTo>
                <a:lnTo>
                  <a:pt x="1374378" y="81395"/>
                </a:lnTo>
                <a:lnTo>
                  <a:pt x="1744639" y="28752"/>
                </a:lnTo>
                <a:lnTo>
                  <a:pt x="2114901" y="0"/>
                </a:lnTo>
                <a:lnTo>
                  <a:pt x="2485163" y="18629"/>
                </a:lnTo>
                <a:lnTo>
                  <a:pt x="2855424" y="132802"/>
                </a:lnTo>
                <a:lnTo>
                  <a:pt x="3225686" y="233121"/>
                </a:lnTo>
              </a:path>
            </a:pathLst>
          </a:custGeom>
          <a:noFill/>
          <a:ln w="15875">
            <a:solidFill>
              <a:srgbClr val="46659C"/>
            </a:solidFill>
            <a:prstDash val="dash"/>
            <a:round/>
          </a:ln>
        </p:spPr>
        <p:txBody>
          <a:bodyPr rtlCol="0" anchor="ctr"/>
          <a:lstStyle/>
          <a:p>
            <a:pPr algn="ctr"/>
          </a:p>
        </p:txBody>
      </p:sp>
      <p:sp>
        <p:nvSpPr>
          <p:cNvPr id="72" name="!!body_d_M30"/>
          <p:cNvSpPr/>
          <p:nvPr/>
        </p:nvSpPr>
        <p:spPr>
          <a:xfrm>
            <a:off x="3080578" y="3188328"/>
            <a:ext cx="3424183" cy="1361062"/>
          </a:xfrm>
          <a:custGeom>
            <a:avLst/>
            <a:gdLst/>
            <a:ahLst/>
            <a:cxnLst/>
            <a:rect l="l" t="t" r="r" b="b"/>
            <a:pathLst>
              <a:path w="3424183" h="1361062">
                <a:moveTo>
                  <a:pt x="0" y="1361062"/>
                </a:moveTo>
                <a:lnTo>
                  <a:pt x="91829" y="1280698"/>
                </a:lnTo>
                <a:lnTo>
                  <a:pt x="276959" y="1231629"/>
                </a:lnTo>
                <a:lnTo>
                  <a:pt x="462090" y="1081061"/>
                </a:lnTo>
                <a:lnTo>
                  <a:pt x="647221" y="1111983"/>
                </a:lnTo>
                <a:lnTo>
                  <a:pt x="832352" y="1053832"/>
                </a:lnTo>
                <a:lnTo>
                  <a:pt x="906404" y="910745"/>
                </a:lnTo>
                <a:lnTo>
                  <a:pt x="980456" y="742700"/>
                </a:lnTo>
                <a:lnTo>
                  <a:pt x="1054509" y="617381"/>
                </a:lnTo>
                <a:lnTo>
                  <a:pt x="1128561" y="517938"/>
                </a:lnTo>
                <a:lnTo>
                  <a:pt x="1202613" y="405789"/>
                </a:lnTo>
                <a:lnTo>
                  <a:pt x="1276666" y="302458"/>
                </a:lnTo>
                <a:lnTo>
                  <a:pt x="1350718" y="194399"/>
                </a:lnTo>
                <a:lnTo>
                  <a:pt x="1424770" y="158999"/>
                </a:lnTo>
                <a:lnTo>
                  <a:pt x="1498823" y="161172"/>
                </a:lnTo>
                <a:lnTo>
                  <a:pt x="1572875" y="182492"/>
                </a:lnTo>
                <a:lnTo>
                  <a:pt x="1943136" y="133590"/>
                </a:lnTo>
                <a:lnTo>
                  <a:pt x="2313398" y="14746"/>
                </a:lnTo>
                <a:lnTo>
                  <a:pt x="2683660" y="0"/>
                </a:lnTo>
                <a:lnTo>
                  <a:pt x="3053921" y="2881"/>
                </a:lnTo>
                <a:lnTo>
                  <a:pt x="3424183" y="100293"/>
                </a:lnTo>
              </a:path>
            </a:pathLst>
          </a:custGeom>
          <a:noFill/>
          <a:ln w="15875">
            <a:solidFill>
              <a:srgbClr val="7791BE"/>
            </a:solidFill>
            <a:prstDash val="dash"/>
            <a:round/>
          </a:ln>
        </p:spPr>
        <p:txBody>
          <a:bodyPr rtlCol="0" anchor="ctr"/>
          <a:lstStyle/>
          <a:p>
            <a:pPr algn="ctr"/>
          </a:p>
        </p:txBody>
      </p:sp>
      <p:sp>
        <p:nvSpPr>
          <p:cNvPr id="73" name="!!body_d_m"/>
          <p:cNvSpPr/>
          <p:nvPr/>
        </p:nvSpPr>
        <p:spPr>
          <a:xfrm>
            <a:off x="2888156" y="3100199"/>
            <a:ext cx="3616605" cy="1449191"/>
          </a:xfrm>
          <a:custGeom>
            <a:avLst/>
            <a:gdLst/>
            <a:ahLst/>
            <a:cxnLst/>
            <a:rect l="l" t="t" r="r" b="b"/>
            <a:pathLst>
              <a:path w="3616605" h="1449191">
                <a:moveTo>
                  <a:pt x="0" y="1449191"/>
                </a:moveTo>
                <a:lnTo>
                  <a:pt x="99120" y="1425930"/>
                </a:lnTo>
                <a:lnTo>
                  <a:pt x="284251" y="1351393"/>
                </a:lnTo>
                <a:lnTo>
                  <a:pt x="469381" y="1221185"/>
                </a:lnTo>
                <a:lnTo>
                  <a:pt x="654512" y="1111526"/>
                </a:lnTo>
                <a:lnTo>
                  <a:pt x="839643" y="1127793"/>
                </a:lnTo>
                <a:lnTo>
                  <a:pt x="1024774" y="1094196"/>
                </a:lnTo>
                <a:lnTo>
                  <a:pt x="1098826" y="969463"/>
                </a:lnTo>
                <a:lnTo>
                  <a:pt x="1172878" y="796269"/>
                </a:lnTo>
                <a:lnTo>
                  <a:pt x="1246931" y="675336"/>
                </a:lnTo>
                <a:lnTo>
                  <a:pt x="1320983" y="561981"/>
                </a:lnTo>
                <a:lnTo>
                  <a:pt x="1395035" y="450908"/>
                </a:lnTo>
                <a:lnTo>
                  <a:pt x="1469088" y="314656"/>
                </a:lnTo>
                <a:lnTo>
                  <a:pt x="1543140" y="249598"/>
                </a:lnTo>
                <a:lnTo>
                  <a:pt x="1617192" y="188947"/>
                </a:lnTo>
                <a:lnTo>
                  <a:pt x="1691245" y="190858"/>
                </a:lnTo>
                <a:lnTo>
                  <a:pt x="1765297" y="171824"/>
                </a:lnTo>
                <a:lnTo>
                  <a:pt x="2135558" y="144517"/>
                </a:lnTo>
                <a:lnTo>
                  <a:pt x="2505820" y="36926"/>
                </a:lnTo>
                <a:lnTo>
                  <a:pt x="2876082" y="1763"/>
                </a:lnTo>
                <a:lnTo>
                  <a:pt x="3246343" y="0"/>
                </a:lnTo>
                <a:lnTo>
                  <a:pt x="3616605" y="221873"/>
                </a:lnTo>
              </a:path>
            </a:pathLst>
          </a:custGeom>
          <a:noFill/>
          <a:ln w="15875">
            <a:solidFill>
              <a:srgbClr val="A0B6DA"/>
            </a:solidFill>
            <a:prstDash val="dash"/>
            <a:round/>
          </a:ln>
        </p:spPr>
        <p:txBody>
          <a:bodyPr rtlCol="0" anchor="ctr"/>
          <a:lstStyle/>
          <a:p>
            <a:pPr algn="ctr"/>
          </a:p>
        </p:txBody>
      </p:sp>
      <p:sp>
        <p:nvSpPr>
          <p:cNvPr id="74" name="!!body_d_M50"/>
          <p:cNvSpPr/>
          <p:nvPr/>
        </p:nvSpPr>
        <p:spPr>
          <a:xfrm>
            <a:off x="2802145" y="3053829"/>
            <a:ext cx="3702616" cy="1485447"/>
          </a:xfrm>
          <a:custGeom>
            <a:avLst/>
            <a:gdLst/>
            <a:ahLst/>
            <a:cxnLst/>
            <a:rect l="l" t="t" r="r" b="b"/>
            <a:pathLst>
              <a:path w="3702616" h="1485447">
                <a:moveTo>
                  <a:pt x="0" y="1485447"/>
                </a:moveTo>
                <a:lnTo>
                  <a:pt x="185131" y="1431123"/>
                </a:lnTo>
                <a:lnTo>
                  <a:pt x="370262" y="1350679"/>
                </a:lnTo>
                <a:lnTo>
                  <a:pt x="555392" y="1226003"/>
                </a:lnTo>
                <a:lnTo>
                  <a:pt x="740523" y="1144330"/>
                </a:lnTo>
                <a:lnTo>
                  <a:pt x="925654" y="1156948"/>
                </a:lnTo>
                <a:lnTo>
                  <a:pt x="1110785" y="1099302"/>
                </a:lnTo>
                <a:lnTo>
                  <a:pt x="1184837" y="944090"/>
                </a:lnTo>
                <a:lnTo>
                  <a:pt x="1258889" y="774747"/>
                </a:lnTo>
                <a:lnTo>
                  <a:pt x="1332942" y="643902"/>
                </a:lnTo>
                <a:lnTo>
                  <a:pt x="1406994" y="535842"/>
                </a:lnTo>
                <a:lnTo>
                  <a:pt x="1481046" y="417544"/>
                </a:lnTo>
                <a:lnTo>
                  <a:pt x="1555099" y="291898"/>
                </a:lnTo>
                <a:lnTo>
                  <a:pt x="1629151" y="184685"/>
                </a:lnTo>
                <a:lnTo>
                  <a:pt x="1703203" y="145603"/>
                </a:lnTo>
                <a:lnTo>
                  <a:pt x="1777256" y="153870"/>
                </a:lnTo>
                <a:lnTo>
                  <a:pt x="1851308" y="144875"/>
                </a:lnTo>
                <a:lnTo>
                  <a:pt x="2221569" y="71876"/>
                </a:lnTo>
                <a:lnTo>
                  <a:pt x="2591831" y="1671"/>
                </a:lnTo>
                <a:lnTo>
                  <a:pt x="2962093" y="0"/>
                </a:lnTo>
                <a:lnTo>
                  <a:pt x="3332354" y="26264"/>
                </a:lnTo>
                <a:lnTo>
                  <a:pt x="3702616" y="180149"/>
                </a:lnTo>
              </a:path>
            </a:pathLst>
          </a:custGeom>
          <a:noFill/>
          <a:ln w="15875">
            <a:solidFill>
              <a:srgbClr val="819AC4"/>
            </a:solidFill>
            <a:prstDash val="dash"/>
            <a:round/>
          </a:ln>
        </p:spPr>
        <p:txBody>
          <a:bodyPr rtlCol="0" anchor="ctr"/>
          <a:lstStyle/>
          <a:p>
            <a:pPr algn="ctr"/>
          </a:p>
        </p:txBody>
      </p:sp>
      <p:sp>
        <p:nvSpPr>
          <p:cNvPr id="75" name="!!body_d_M60"/>
          <p:cNvSpPr/>
          <p:nvPr/>
        </p:nvSpPr>
        <p:spPr>
          <a:xfrm>
            <a:off x="2802145" y="3026121"/>
            <a:ext cx="3702616" cy="1496540"/>
          </a:xfrm>
          <a:custGeom>
            <a:avLst/>
            <a:gdLst/>
            <a:ahLst/>
            <a:cxnLst/>
            <a:rect l="l" t="t" r="r" b="b"/>
            <a:pathLst>
              <a:path w="3702616" h="1496540">
                <a:moveTo>
                  <a:pt x="0" y="1496540"/>
                </a:moveTo>
                <a:lnTo>
                  <a:pt x="185131" y="1428504"/>
                </a:lnTo>
                <a:lnTo>
                  <a:pt x="370262" y="1329619"/>
                </a:lnTo>
                <a:lnTo>
                  <a:pt x="555392" y="1183211"/>
                </a:lnTo>
                <a:lnTo>
                  <a:pt x="740523" y="1079732"/>
                </a:lnTo>
                <a:lnTo>
                  <a:pt x="925654" y="1215197"/>
                </a:lnTo>
                <a:lnTo>
                  <a:pt x="1110785" y="1080918"/>
                </a:lnTo>
                <a:lnTo>
                  <a:pt x="1184837" y="931837"/>
                </a:lnTo>
                <a:lnTo>
                  <a:pt x="1258889" y="763675"/>
                </a:lnTo>
                <a:lnTo>
                  <a:pt x="1332942" y="629524"/>
                </a:lnTo>
                <a:lnTo>
                  <a:pt x="1406994" y="518801"/>
                </a:lnTo>
                <a:lnTo>
                  <a:pt x="1481046" y="367861"/>
                </a:lnTo>
                <a:lnTo>
                  <a:pt x="1555099" y="237239"/>
                </a:lnTo>
                <a:lnTo>
                  <a:pt x="1629151" y="150909"/>
                </a:lnTo>
                <a:lnTo>
                  <a:pt x="1703203" y="103752"/>
                </a:lnTo>
                <a:lnTo>
                  <a:pt x="1777256" y="114911"/>
                </a:lnTo>
                <a:lnTo>
                  <a:pt x="1851308" y="151788"/>
                </a:lnTo>
                <a:lnTo>
                  <a:pt x="2221569" y="119604"/>
                </a:lnTo>
                <a:lnTo>
                  <a:pt x="2591831" y="38226"/>
                </a:lnTo>
                <a:lnTo>
                  <a:pt x="2962093" y="17755"/>
                </a:lnTo>
                <a:lnTo>
                  <a:pt x="3332354" y="0"/>
                </a:lnTo>
                <a:lnTo>
                  <a:pt x="3702616" y="103093"/>
                </a:lnTo>
              </a:path>
            </a:pathLst>
          </a:custGeom>
          <a:noFill/>
          <a:ln w="15875">
            <a:solidFill>
              <a:srgbClr val="5D7AAC"/>
            </a:solidFill>
            <a:prstDash val="dash"/>
            <a:round/>
          </a:ln>
        </p:spPr>
        <p:txBody>
          <a:bodyPr rtlCol="0" anchor="ctr"/>
          <a:lstStyle/>
          <a:p>
            <a:pPr algn="ctr"/>
          </a:p>
        </p:txBody>
      </p:sp>
      <p:sp>
        <p:nvSpPr>
          <p:cNvPr id="76" name="!!body_d_M70"/>
          <p:cNvSpPr/>
          <p:nvPr/>
        </p:nvSpPr>
        <p:spPr>
          <a:xfrm>
            <a:off x="2802145" y="2963829"/>
            <a:ext cx="3702616" cy="1478591"/>
          </a:xfrm>
          <a:custGeom>
            <a:avLst/>
            <a:gdLst/>
            <a:ahLst/>
            <a:cxnLst/>
            <a:rect l="l" t="t" r="r" b="b"/>
            <a:pathLst>
              <a:path w="3702616" h="1478591">
                <a:moveTo>
                  <a:pt x="0" y="1478591"/>
                </a:moveTo>
                <a:lnTo>
                  <a:pt x="185131" y="1457664"/>
                </a:lnTo>
                <a:lnTo>
                  <a:pt x="370262" y="1310001"/>
                </a:lnTo>
                <a:lnTo>
                  <a:pt x="555392" y="1153313"/>
                </a:lnTo>
                <a:lnTo>
                  <a:pt x="740523" y="1134330"/>
                </a:lnTo>
                <a:lnTo>
                  <a:pt x="925654" y="1159764"/>
                </a:lnTo>
                <a:lnTo>
                  <a:pt x="1110785" y="1089919"/>
                </a:lnTo>
                <a:lnTo>
                  <a:pt x="1184837" y="933715"/>
                </a:lnTo>
                <a:lnTo>
                  <a:pt x="1258889" y="788274"/>
                </a:lnTo>
                <a:lnTo>
                  <a:pt x="1332942" y="651742"/>
                </a:lnTo>
                <a:lnTo>
                  <a:pt x="1406994" y="521197"/>
                </a:lnTo>
                <a:lnTo>
                  <a:pt x="1481046" y="371339"/>
                </a:lnTo>
                <a:lnTo>
                  <a:pt x="1555099" y="242393"/>
                </a:lnTo>
                <a:lnTo>
                  <a:pt x="1629151" y="198435"/>
                </a:lnTo>
                <a:lnTo>
                  <a:pt x="1703203" y="156288"/>
                </a:lnTo>
                <a:lnTo>
                  <a:pt x="1777256" y="178388"/>
                </a:lnTo>
                <a:lnTo>
                  <a:pt x="1851308" y="173426"/>
                </a:lnTo>
                <a:lnTo>
                  <a:pt x="2221569" y="108199"/>
                </a:lnTo>
                <a:lnTo>
                  <a:pt x="2591831" y="37812"/>
                </a:lnTo>
                <a:lnTo>
                  <a:pt x="2962093" y="0"/>
                </a:lnTo>
                <a:lnTo>
                  <a:pt x="3332354" y="6728"/>
                </a:lnTo>
                <a:lnTo>
                  <a:pt x="3702616" y="143736"/>
                </a:lnTo>
              </a:path>
            </a:pathLst>
          </a:custGeom>
          <a:noFill/>
          <a:ln w="15875">
            <a:solidFill>
              <a:srgbClr val="345590"/>
            </a:solidFill>
            <a:prstDash val="dash"/>
            <a:round/>
          </a:ln>
        </p:spPr>
        <p:txBody>
          <a:bodyPr rtlCol="0" anchor="ctr"/>
          <a:lstStyle/>
          <a:p>
            <a:pPr algn="ctr"/>
          </a:p>
        </p:txBody>
      </p:sp>
      <p:sp>
        <p:nvSpPr>
          <p:cNvPr id="77" name="!!body_d_M80"/>
          <p:cNvSpPr/>
          <p:nvPr/>
        </p:nvSpPr>
        <p:spPr>
          <a:xfrm>
            <a:off x="2802145" y="2939761"/>
            <a:ext cx="3702616" cy="1493852"/>
          </a:xfrm>
          <a:custGeom>
            <a:avLst/>
            <a:gdLst/>
            <a:ahLst/>
            <a:cxnLst/>
            <a:rect l="l" t="t" r="r" b="b"/>
            <a:pathLst>
              <a:path w="3702616" h="1493852">
                <a:moveTo>
                  <a:pt x="0" y="1493852"/>
                </a:moveTo>
                <a:lnTo>
                  <a:pt x="185131" y="1428966"/>
                </a:lnTo>
                <a:lnTo>
                  <a:pt x="370262" y="1231832"/>
                </a:lnTo>
                <a:lnTo>
                  <a:pt x="555392" y="1127470"/>
                </a:lnTo>
                <a:lnTo>
                  <a:pt x="740523" y="1066098"/>
                </a:lnTo>
                <a:lnTo>
                  <a:pt x="925654" y="1253742"/>
                </a:lnTo>
                <a:lnTo>
                  <a:pt x="1110785" y="1094031"/>
                </a:lnTo>
                <a:lnTo>
                  <a:pt x="1184837" y="942065"/>
                </a:lnTo>
                <a:lnTo>
                  <a:pt x="1258889" y="802529"/>
                </a:lnTo>
                <a:lnTo>
                  <a:pt x="1332942" y="639698"/>
                </a:lnTo>
                <a:lnTo>
                  <a:pt x="1406994" y="529303"/>
                </a:lnTo>
                <a:lnTo>
                  <a:pt x="1481046" y="435035"/>
                </a:lnTo>
                <a:lnTo>
                  <a:pt x="1555099" y="274842"/>
                </a:lnTo>
                <a:lnTo>
                  <a:pt x="1629151" y="139626"/>
                </a:lnTo>
                <a:lnTo>
                  <a:pt x="1703203" y="121929"/>
                </a:lnTo>
                <a:lnTo>
                  <a:pt x="1777256" y="130378"/>
                </a:lnTo>
                <a:lnTo>
                  <a:pt x="1851308" y="132108"/>
                </a:lnTo>
                <a:lnTo>
                  <a:pt x="2221569" y="174796"/>
                </a:lnTo>
                <a:lnTo>
                  <a:pt x="2591831" y="79800"/>
                </a:lnTo>
                <a:lnTo>
                  <a:pt x="2962093" y="25980"/>
                </a:lnTo>
                <a:lnTo>
                  <a:pt x="3332354" y="0"/>
                </a:lnTo>
                <a:lnTo>
                  <a:pt x="3702616" y="127450"/>
                </a:lnTo>
              </a:path>
            </a:pathLst>
          </a:custGeom>
          <a:noFill/>
          <a:ln w="15875">
            <a:solidFill>
              <a:srgbClr val="113578"/>
            </a:solidFill>
            <a:prstDash val="dash"/>
            <a:round/>
          </a:ln>
        </p:spPr>
        <p:txBody>
          <a:bodyPr rtlCol="0" anchor="ctr"/>
          <a:lstStyle/>
          <a:p>
            <a:pPr algn="ctr"/>
          </a:p>
        </p:txBody>
      </p:sp>
      <p:sp>
        <p:nvSpPr>
          <p:cNvPr id="78" name="!!body_d_F20"/>
          <p:cNvSpPr/>
          <p:nvPr/>
        </p:nvSpPr>
        <p:spPr>
          <a:xfrm>
            <a:off x="3460681" y="3513047"/>
            <a:ext cx="3044080" cy="1036343"/>
          </a:xfrm>
          <a:custGeom>
            <a:avLst/>
            <a:gdLst/>
            <a:ahLst/>
            <a:cxnLst/>
            <a:rect l="l" t="t" r="r" b="b"/>
            <a:pathLst>
              <a:path w="3044080" h="1036343">
                <a:moveTo>
                  <a:pt x="0" y="1036343"/>
                </a:moveTo>
                <a:lnTo>
                  <a:pt x="81987" y="968182"/>
                </a:lnTo>
                <a:lnTo>
                  <a:pt x="267118" y="984319"/>
                </a:lnTo>
                <a:lnTo>
                  <a:pt x="452249" y="881247"/>
                </a:lnTo>
                <a:lnTo>
                  <a:pt x="526301" y="786536"/>
                </a:lnTo>
                <a:lnTo>
                  <a:pt x="600353" y="730363"/>
                </a:lnTo>
                <a:lnTo>
                  <a:pt x="674406" y="588553"/>
                </a:lnTo>
                <a:lnTo>
                  <a:pt x="748458" y="485574"/>
                </a:lnTo>
                <a:lnTo>
                  <a:pt x="822510" y="375389"/>
                </a:lnTo>
                <a:lnTo>
                  <a:pt x="896563" y="262482"/>
                </a:lnTo>
                <a:lnTo>
                  <a:pt x="970615" y="236789"/>
                </a:lnTo>
                <a:lnTo>
                  <a:pt x="1044667" y="213509"/>
                </a:lnTo>
                <a:lnTo>
                  <a:pt x="1118720" y="218127"/>
                </a:lnTo>
                <a:lnTo>
                  <a:pt x="1192772" y="228238"/>
                </a:lnTo>
                <a:lnTo>
                  <a:pt x="1563033" y="143094"/>
                </a:lnTo>
                <a:lnTo>
                  <a:pt x="1933295" y="100431"/>
                </a:lnTo>
                <a:lnTo>
                  <a:pt x="2303557" y="0"/>
                </a:lnTo>
                <a:lnTo>
                  <a:pt x="2673818" y="15360"/>
                </a:lnTo>
                <a:lnTo>
                  <a:pt x="3044080" y="252214"/>
                </a:lnTo>
              </a:path>
            </a:pathLst>
          </a:custGeom>
          <a:noFill/>
          <a:ln w="15875">
            <a:solidFill>
              <a:srgbClr val="A94855"/>
            </a:solidFill>
            <a:prstDash val="dash"/>
            <a:round/>
          </a:ln>
        </p:spPr>
        <p:txBody>
          <a:bodyPr rtlCol="0" anchor="ctr"/>
          <a:lstStyle/>
          <a:p>
            <a:pPr algn="ctr"/>
          </a:p>
        </p:txBody>
      </p:sp>
      <p:sp>
        <p:nvSpPr>
          <p:cNvPr id="79" name="!!body_d_F30"/>
          <p:cNvSpPr/>
          <p:nvPr/>
        </p:nvSpPr>
        <p:spPr>
          <a:xfrm>
            <a:off x="3374869" y="4459080"/>
            <a:ext cx="333148" cy="90310"/>
          </a:xfrm>
          <a:custGeom>
            <a:avLst/>
            <a:gdLst/>
            <a:ahLst/>
            <a:cxnLst/>
            <a:rect l="l" t="t" r="r" b="b"/>
            <a:pathLst>
              <a:path w="333148" h="90310">
                <a:moveTo>
                  <a:pt x="0" y="90310"/>
                </a:moveTo>
                <a:lnTo>
                  <a:pt x="167799" y="0"/>
                </a:lnTo>
                <a:lnTo>
                  <a:pt x="333148" y="90310"/>
                </a:lnTo>
              </a:path>
            </a:pathLst>
          </a:custGeom>
          <a:noFill/>
          <a:ln w="15875">
            <a:solidFill>
              <a:srgbClr val="C87782"/>
            </a:solidFill>
            <a:prstDash val="dash"/>
            <a:round/>
          </a:ln>
        </p:spPr>
        <p:txBody>
          <a:bodyPr rtlCol="0" anchor="ctr"/>
          <a:lstStyle/>
          <a:p>
            <a:pPr algn="ctr"/>
          </a:p>
        </p:txBody>
      </p:sp>
      <p:sp>
        <p:nvSpPr>
          <p:cNvPr id="80" name="!!body_d_F30_2"/>
          <p:cNvSpPr/>
          <p:nvPr/>
        </p:nvSpPr>
        <p:spPr>
          <a:xfrm>
            <a:off x="3737429" y="3377714"/>
            <a:ext cx="2767332" cy="1171676"/>
          </a:xfrm>
          <a:custGeom>
            <a:avLst/>
            <a:gdLst/>
            <a:ahLst/>
            <a:cxnLst/>
            <a:rect l="l" t="t" r="r" b="b"/>
            <a:pathLst>
              <a:path w="2767332" h="1171676">
                <a:moveTo>
                  <a:pt x="0" y="1171676"/>
                </a:moveTo>
                <a:lnTo>
                  <a:pt x="175501" y="974782"/>
                </a:lnTo>
                <a:lnTo>
                  <a:pt x="249553" y="884883"/>
                </a:lnTo>
                <a:lnTo>
                  <a:pt x="323605" y="742374"/>
                </a:lnTo>
                <a:lnTo>
                  <a:pt x="397658" y="683523"/>
                </a:lnTo>
                <a:lnTo>
                  <a:pt x="471710" y="571543"/>
                </a:lnTo>
                <a:lnTo>
                  <a:pt x="545762" y="443706"/>
                </a:lnTo>
                <a:lnTo>
                  <a:pt x="619815" y="341083"/>
                </a:lnTo>
                <a:lnTo>
                  <a:pt x="693867" y="179190"/>
                </a:lnTo>
                <a:lnTo>
                  <a:pt x="767919" y="183772"/>
                </a:lnTo>
                <a:lnTo>
                  <a:pt x="841972" y="195681"/>
                </a:lnTo>
                <a:lnTo>
                  <a:pt x="916024" y="207784"/>
                </a:lnTo>
                <a:lnTo>
                  <a:pt x="1286285" y="135070"/>
                </a:lnTo>
                <a:lnTo>
                  <a:pt x="1656547" y="61214"/>
                </a:lnTo>
                <a:lnTo>
                  <a:pt x="2026809" y="0"/>
                </a:lnTo>
                <a:lnTo>
                  <a:pt x="2397070" y="52349"/>
                </a:lnTo>
                <a:lnTo>
                  <a:pt x="2767332" y="203201"/>
                </a:lnTo>
              </a:path>
            </a:pathLst>
          </a:custGeom>
          <a:noFill/>
          <a:ln w="15875">
            <a:solidFill>
              <a:srgbClr val="C87782"/>
            </a:solidFill>
            <a:prstDash val="dash"/>
            <a:round/>
          </a:ln>
        </p:spPr>
        <p:txBody>
          <a:bodyPr rtlCol="0" anchor="ctr"/>
          <a:lstStyle/>
          <a:p>
            <a:pPr algn="ctr"/>
          </a:p>
        </p:txBody>
      </p:sp>
      <p:sp>
        <p:nvSpPr>
          <p:cNvPr id="81" name="!!body_d_f"/>
          <p:cNvSpPr/>
          <p:nvPr/>
        </p:nvSpPr>
        <p:spPr>
          <a:xfrm>
            <a:off x="3280691" y="3381134"/>
            <a:ext cx="3224070" cy="1168256"/>
          </a:xfrm>
          <a:custGeom>
            <a:avLst/>
            <a:gdLst/>
            <a:ahLst/>
            <a:cxnLst/>
            <a:rect l="l" t="t" r="r" b="b"/>
            <a:pathLst>
              <a:path w="3224070" h="1168256">
                <a:moveTo>
                  <a:pt x="0" y="1168256"/>
                </a:moveTo>
                <a:lnTo>
                  <a:pt x="76846" y="1145807"/>
                </a:lnTo>
                <a:lnTo>
                  <a:pt x="261977" y="1037464"/>
                </a:lnTo>
                <a:lnTo>
                  <a:pt x="447108" y="1146138"/>
                </a:lnTo>
                <a:lnTo>
                  <a:pt x="632239" y="973761"/>
                </a:lnTo>
                <a:lnTo>
                  <a:pt x="706291" y="855994"/>
                </a:lnTo>
                <a:lnTo>
                  <a:pt x="780343" y="759750"/>
                </a:lnTo>
                <a:lnTo>
                  <a:pt x="854396" y="661825"/>
                </a:lnTo>
                <a:lnTo>
                  <a:pt x="928448" y="542612"/>
                </a:lnTo>
                <a:lnTo>
                  <a:pt x="1002500" y="437918"/>
                </a:lnTo>
                <a:lnTo>
                  <a:pt x="1076553" y="361295"/>
                </a:lnTo>
                <a:lnTo>
                  <a:pt x="1150605" y="288490"/>
                </a:lnTo>
                <a:lnTo>
                  <a:pt x="1224657" y="219450"/>
                </a:lnTo>
                <a:lnTo>
                  <a:pt x="1298710" y="207450"/>
                </a:lnTo>
                <a:lnTo>
                  <a:pt x="1372762" y="215245"/>
                </a:lnTo>
                <a:lnTo>
                  <a:pt x="1743023" y="180110"/>
                </a:lnTo>
                <a:lnTo>
                  <a:pt x="2113285" y="83784"/>
                </a:lnTo>
                <a:lnTo>
                  <a:pt x="2483547" y="0"/>
                </a:lnTo>
                <a:lnTo>
                  <a:pt x="2853808" y="44466"/>
                </a:lnTo>
                <a:lnTo>
                  <a:pt x="3224070" y="76002"/>
                </a:lnTo>
              </a:path>
            </a:pathLst>
          </a:custGeom>
          <a:noFill/>
          <a:ln w="15875">
            <a:solidFill>
              <a:srgbClr val="E3A0AA"/>
            </a:solidFill>
            <a:prstDash val="dash"/>
            <a:round/>
          </a:ln>
        </p:spPr>
        <p:txBody>
          <a:bodyPr rtlCol="0" anchor="ctr"/>
          <a:lstStyle/>
          <a:p>
            <a:pPr algn="ctr"/>
          </a:p>
        </p:txBody>
      </p:sp>
      <p:sp>
        <p:nvSpPr>
          <p:cNvPr id="82" name="!!body_d_F50"/>
          <p:cNvSpPr/>
          <p:nvPr/>
        </p:nvSpPr>
        <p:spPr>
          <a:xfrm>
            <a:off x="3211872" y="3382227"/>
            <a:ext cx="3292889" cy="1167163"/>
          </a:xfrm>
          <a:custGeom>
            <a:avLst/>
            <a:gdLst/>
            <a:ahLst/>
            <a:cxnLst/>
            <a:rect l="l" t="t" r="r" b="b"/>
            <a:pathLst>
              <a:path w="3292889" h="1167163">
                <a:moveTo>
                  <a:pt x="0" y="1167163"/>
                </a:moveTo>
                <a:lnTo>
                  <a:pt x="145665" y="1073785"/>
                </a:lnTo>
                <a:lnTo>
                  <a:pt x="330796" y="1028955"/>
                </a:lnTo>
                <a:lnTo>
                  <a:pt x="515927" y="1073394"/>
                </a:lnTo>
                <a:lnTo>
                  <a:pt x="701058" y="934370"/>
                </a:lnTo>
                <a:lnTo>
                  <a:pt x="775110" y="814021"/>
                </a:lnTo>
                <a:lnTo>
                  <a:pt x="849162" y="668437"/>
                </a:lnTo>
                <a:lnTo>
                  <a:pt x="923215" y="551706"/>
                </a:lnTo>
                <a:lnTo>
                  <a:pt x="997267" y="487772"/>
                </a:lnTo>
                <a:lnTo>
                  <a:pt x="1071319" y="357153"/>
                </a:lnTo>
                <a:lnTo>
                  <a:pt x="1145372" y="281690"/>
                </a:lnTo>
                <a:lnTo>
                  <a:pt x="1219424" y="209088"/>
                </a:lnTo>
                <a:lnTo>
                  <a:pt x="1293476" y="173902"/>
                </a:lnTo>
                <a:lnTo>
                  <a:pt x="1367529" y="162991"/>
                </a:lnTo>
                <a:lnTo>
                  <a:pt x="1441581" y="187000"/>
                </a:lnTo>
                <a:lnTo>
                  <a:pt x="1811842" y="142128"/>
                </a:lnTo>
                <a:lnTo>
                  <a:pt x="2182104" y="65659"/>
                </a:lnTo>
                <a:lnTo>
                  <a:pt x="2552366" y="5122"/>
                </a:lnTo>
                <a:lnTo>
                  <a:pt x="2922627" y="0"/>
                </a:lnTo>
                <a:lnTo>
                  <a:pt x="3292889" y="99268"/>
                </a:lnTo>
              </a:path>
            </a:pathLst>
          </a:custGeom>
          <a:noFill/>
          <a:ln w="15875">
            <a:solidFill>
              <a:srgbClr val="D0838E"/>
            </a:solidFill>
            <a:prstDash val="dash"/>
            <a:round/>
          </a:ln>
        </p:spPr>
        <p:txBody>
          <a:bodyPr rtlCol="0" anchor="ctr"/>
          <a:lstStyle/>
          <a:p>
            <a:pPr algn="ctr"/>
          </a:p>
        </p:txBody>
      </p:sp>
      <p:sp>
        <p:nvSpPr>
          <p:cNvPr id="83" name="!!body_d_F60"/>
          <p:cNvSpPr/>
          <p:nvPr/>
        </p:nvSpPr>
        <p:spPr>
          <a:xfrm>
            <a:off x="3164166" y="3314860"/>
            <a:ext cx="3340595" cy="1234530"/>
          </a:xfrm>
          <a:custGeom>
            <a:avLst/>
            <a:gdLst/>
            <a:ahLst/>
            <a:cxnLst/>
            <a:rect l="l" t="t" r="r" b="b"/>
            <a:pathLst>
              <a:path w="3340595" h="1234530">
                <a:moveTo>
                  <a:pt x="0" y="1234530"/>
                </a:moveTo>
                <a:lnTo>
                  <a:pt x="8241" y="1232056"/>
                </a:lnTo>
                <a:lnTo>
                  <a:pt x="193371" y="1113730"/>
                </a:lnTo>
                <a:lnTo>
                  <a:pt x="378502" y="1034687"/>
                </a:lnTo>
                <a:lnTo>
                  <a:pt x="563633" y="1080022"/>
                </a:lnTo>
                <a:lnTo>
                  <a:pt x="748764" y="963593"/>
                </a:lnTo>
                <a:lnTo>
                  <a:pt x="822816" y="834042"/>
                </a:lnTo>
                <a:lnTo>
                  <a:pt x="896868" y="708138"/>
                </a:lnTo>
                <a:lnTo>
                  <a:pt x="970921" y="589770"/>
                </a:lnTo>
                <a:lnTo>
                  <a:pt x="1044973" y="500328"/>
                </a:lnTo>
                <a:lnTo>
                  <a:pt x="1119025" y="362260"/>
                </a:lnTo>
                <a:lnTo>
                  <a:pt x="1193078" y="271839"/>
                </a:lnTo>
                <a:lnTo>
                  <a:pt x="1267130" y="177904"/>
                </a:lnTo>
                <a:lnTo>
                  <a:pt x="1341182" y="152540"/>
                </a:lnTo>
                <a:lnTo>
                  <a:pt x="1415235" y="182167"/>
                </a:lnTo>
                <a:lnTo>
                  <a:pt x="1489287" y="195047"/>
                </a:lnTo>
                <a:lnTo>
                  <a:pt x="1859548" y="175122"/>
                </a:lnTo>
                <a:lnTo>
                  <a:pt x="2229810" y="99669"/>
                </a:lnTo>
                <a:lnTo>
                  <a:pt x="2600072" y="0"/>
                </a:lnTo>
                <a:lnTo>
                  <a:pt x="2970333" y="40601"/>
                </a:lnTo>
                <a:lnTo>
                  <a:pt x="3340595" y="145185"/>
                </a:lnTo>
              </a:path>
            </a:pathLst>
          </a:custGeom>
          <a:noFill/>
          <a:ln w="15875">
            <a:solidFill>
              <a:srgbClr val="B65B68"/>
            </a:solidFill>
            <a:prstDash val="dash"/>
            <a:round/>
          </a:ln>
        </p:spPr>
        <p:txBody>
          <a:bodyPr rtlCol="0" anchor="ctr"/>
          <a:lstStyle/>
          <a:p>
            <a:pPr algn="ctr"/>
          </a:p>
        </p:txBody>
      </p:sp>
      <p:sp>
        <p:nvSpPr>
          <p:cNvPr id="84" name="!!body_d_F70"/>
          <p:cNvSpPr/>
          <p:nvPr/>
        </p:nvSpPr>
        <p:spPr>
          <a:xfrm>
            <a:off x="3083578" y="3288350"/>
            <a:ext cx="3421183" cy="1261040"/>
          </a:xfrm>
          <a:custGeom>
            <a:avLst/>
            <a:gdLst/>
            <a:ahLst/>
            <a:cxnLst/>
            <a:rect l="l" t="t" r="r" b="b"/>
            <a:pathLst>
              <a:path w="3421183" h="1261040">
                <a:moveTo>
                  <a:pt x="0" y="1261040"/>
                </a:moveTo>
                <a:lnTo>
                  <a:pt x="88829" y="1199764"/>
                </a:lnTo>
                <a:lnTo>
                  <a:pt x="273959" y="1058039"/>
                </a:lnTo>
                <a:lnTo>
                  <a:pt x="459090" y="969631"/>
                </a:lnTo>
                <a:lnTo>
                  <a:pt x="644221" y="1147781"/>
                </a:lnTo>
                <a:lnTo>
                  <a:pt x="829352" y="974619"/>
                </a:lnTo>
                <a:lnTo>
                  <a:pt x="903404" y="835279"/>
                </a:lnTo>
                <a:lnTo>
                  <a:pt x="977456" y="716837"/>
                </a:lnTo>
                <a:lnTo>
                  <a:pt x="1051509" y="591591"/>
                </a:lnTo>
                <a:lnTo>
                  <a:pt x="1125561" y="485800"/>
                </a:lnTo>
                <a:lnTo>
                  <a:pt x="1199613" y="375022"/>
                </a:lnTo>
                <a:lnTo>
                  <a:pt x="1273666" y="285469"/>
                </a:lnTo>
                <a:lnTo>
                  <a:pt x="1347718" y="216456"/>
                </a:lnTo>
                <a:lnTo>
                  <a:pt x="1421770" y="146693"/>
                </a:lnTo>
                <a:lnTo>
                  <a:pt x="1495823" y="148718"/>
                </a:lnTo>
                <a:lnTo>
                  <a:pt x="1569875" y="213009"/>
                </a:lnTo>
                <a:lnTo>
                  <a:pt x="1940136" y="162549"/>
                </a:lnTo>
                <a:lnTo>
                  <a:pt x="2310398" y="137336"/>
                </a:lnTo>
                <a:lnTo>
                  <a:pt x="2680660" y="24752"/>
                </a:lnTo>
                <a:lnTo>
                  <a:pt x="3050921" y="0"/>
                </a:lnTo>
                <a:lnTo>
                  <a:pt x="3421183" y="113119"/>
                </a:lnTo>
              </a:path>
            </a:pathLst>
          </a:custGeom>
          <a:noFill/>
          <a:ln w="15875">
            <a:solidFill>
              <a:srgbClr val="99303E"/>
            </a:solidFill>
            <a:prstDash val="dash"/>
            <a:round/>
          </a:ln>
        </p:spPr>
        <p:txBody>
          <a:bodyPr rtlCol="0" anchor="ctr"/>
          <a:lstStyle/>
          <a:p>
            <a:pPr algn="ctr"/>
          </a:p>
        </p:txBody>
      </p:sp>
      <p:sp>
        <p:nvSpPr>
          <p:cNvPr id="85" name="!!body_d_F80"/>
          <p:cNvSpPr/>
          <p:nvPr/>
        </p:nvSpPr>
        <p:spPr>
          <a:xfrm>
            <a:off x="2932137" y="3173416"/>
            <a:ext cx="3572624" cy="1375974"/>
          </a:xfrm>
          <a:custGeom>
            <a:avLst/>
            <a:gdLst/>
            <a:ahLst/>
            <a:cxnLst/>
            <a:rect l="l" t="t" r="r" b="b"/>
            <a:pathLst>
              <a:path w="3572624" h="1375974">
                <a:moveTo>
                  <a:pt x="0" y="1375974"/>
                </a:moveTo>
                <a:lnTo>
                  <a:pt x="55139" y="1358019"/>
                </a:lnTo>
                <a:lnTo>
                  <a:pt x="240270" y="1266797"/>
                </a:lnTo>
                <a:lnTo>
                  <a:pt x="425400" y="1096289"/>
                </a:lnTo>
                <a:lnTo>
                  <a:pt x="610531" y="985293"/>
                </a:lnTo>
                <a:lnTo>
                  <a:pt x="795662" y="1173200"/>
                </a:lnTo>
                <a:lnTo>
                  <a:pt x="980793" y="1012643"/>
                </a:lnTo>
                <a:lnTo>
                  <a:pt x="1054845" y="867363"/>
                </a:lnTo>
                <a:lnTo>
                  <a:pt x="1128897" y="765788"/>
                </a:lnTo>
                <a:lnTo>
                  <a:pt x="1202950" y="634775"/>
                </a:lnTo>
                <a:lnTo>
                  <a:pt x="1277002" y="526517"/>
                </a:lnTo>
                <a:lnTo>
                  <a:pt x="1351054" y="398331"/>
                </a:lnTo>
                <a:lnTo>
                  <a:pt x="1425107" y="248961"/>
                </a:lnTo>
                <a:lnTo>
                  <a:pt x="1499159" y="185606"/>
                </a:lnTo>
                <a:lnTo>
                  <a:pt x="1573211" y="149511"/>
                </a:lnTo>
                <a:lnTo>
                  <a:pt x="1647264" y="184635"/>
                </a:lnTo>
                <a:lnTo>
                  <a:pt x="1721316" y="199535"/>
                </a:lnTo>
                <a:lnTo>
                  <a:pt x="2091577" y="202660"/>
                </a:lnTo>
                <a:lnTo>
                  <a:pt x="2461839" y="137778"/>
                </a:lnTo>
                <a:lnTo>
                  <a:pt x="2832101" y="0"/>
                </a:lnTo>
                <a:lnTo>
                  <a:pt x="3202362" y="90526"/>
                </a:lnTo>
                <a:lnTo>
                  <a:pt x="3572624" y="136690"/>
                </a:lnTo>
              </a:path>
            </a:pathLst>
          </a:custGeom>
          <a:noFill/>
          <a:ln w="15875">
            <a:solidFill>
              <a:srgbClr val="7E0716"/>
            </a:solidFill>
            <a:prstDash val="dash"/>
            <a:round/>
          </a:ln>
        </p:spPr>
        <p:txBody>
          <a:bodyPr rtlCol="0" anchor="ctr"/>
          <a:lstStyle/>
          <a:p>
            <a:pPr algn="ctr"/>
          </a:p>
        </p:txBody>
      </p:sp>
      <p:sp>
        <p:nvSpPr>
          <p:cNvPr id="86" name="!!canal_rw"/>
          <p:cNvSpPr/>
          <p:nvPr/>
        </p:nvSpPr>
        <p:spPr>
          <a:xfrm>
            <a:off x="7425330" y="1926747"/>
            <a:ext cx="3812863" cy="1585829"/>
          </a:xfrm>
          <a:custGeom>
            <a:avLst/>
            <a:gdLst/>
            <a:ahLst/>
            <a:cxnLst/>
            <a:rect l="l" t="t" r="r" b="b"/>
            <a:pathLst>
              <a:path w="3812863" h="1585829">
                <a:moveTo>
                  <a:pt x="0" y="408233"/>
                </a:moveTo>
                <a:lnTo>
                  <a:pt x="293297" y="659453"/>
                </a:lnTo>
                <a:lnTo>
                  <a:pt x="586594" y="376830"/>
                </a:lnTo>
                <a:lnTo>
                  <a:pt x="879891" y="345428"/>
                </a:lnTo>
                <a:lnTo>
                  <a:pt x="1173188" y="204116"/>
                </a:lnTo>
                <a:lnTo>
                  <a:pt x="1466486" y="408233"/>
                </a:lnTo>
                <a:lnTo>
                  <a:pt x="1613134" y="832168"/>
                </a:lnTo>
                <a:lnTo>
                  <a:pt x="1759783" y="1193297"/>
                </a:lnTo>
                <a:lnTo>
                  <a:pt x="1818442" y="1381712"/>
                </a:lnTo>
                <a:lnTo>
                  <a:pt x="1877102" y="1585829"/>
                </a:lnTo>
                <a:lnTo>
                  <a:pt x="1935761" y="1570128"/>
                </a:lnTo>
                <a:lnTo>
                  <a:pt x="1994421" y="1538725"/>
                </a:lnTo>
                <a:lnTo>
                  <a:pt x="2053080" y="1538725"/>
                </a:lnTo>
                <a:lnTo>
                  <a:pt x="2111739" y="1475920"/>
                </a:lnTo>
                <a:lnTo>
                  <a:pt x="2170399" y="1444518"/>
                </a:lnTo>
                <a:lnTo>
                  <a:pt x="2229058" y="1397414"/>
                </a:lnTo>
                <a:lnTo>
                  <a:pt x="2287718" y="1208998"/>
                </a:lnTo>
                <a:lnTo>
                  <a:pt x="2346377" y="769362"/>
                </a:lnTo>
                <a:lnTo>
                  <a:pt x="2639674" y="533843"/>
                </a:lnTo>
                <a:lnTo>
                  <a:pt x="2932972" y="518142"/>
                </a:lnTo>
                <a:lnTo>
                  <a:pt x="3226269" y="439635"/>
                </a:lnTo>
                <a:lnTo>
                  <a:pt x="3519566" y="266921"/>
                </a:lnTo>
                <a:lnTo>
                  <a:pt x="3812863" y="0"/>
                </a:lnTo>
              </a:path>
            </a:pathLst>
          </a:custGeom>
          <a:noFill/>
          <a:ln w="11430">
            <a:solidFill>
              <a:srgbClr val="5A5A5A"/>
            </a:solidFill>
            <a:prstDash val="sysDot"/>
            <a:round/>
          </a:ln>
        </p:spPr>
        <p:txBody>
          <a:bodyPr rtlCol="0" anchor="ctr"/>
          <a:lstStyle/>
          <a:p>
            <a:pPr algn="ctr"/>
          </a:p>
        </p:txBody>
      </p:sp>
      <p:sp>
        <p:nvSpPr>
          <p:cNvPr id="87" name="!!canal_rw_C2"/>
          <p:cNvSpPr/>
          <p:nvPr/>
        </p:nvSpPr>
        <p:spPr>
          <a:xfrm>
            <a:off x="7403740" y="2313390"/>
            <a:ext cx="43180" cy="43180"/>
          </a:xfrm>
          <a:prstGeom prst="diamond">
            <a:avLst/>
          </a:prstGeom>
          <a:solidFill>
            <a:srgbClr val="5A5A5A"/>
          </a:solidFill>
          <a:ln>
            <a:noFill/>
          </a:ln>
        </p:spPr>
        <p:txBody>
          <a:bodyPr rtlCol="0" anchor="ctr"/>
          <a:lstStyle/>
          <a:p>
            <a:pPr algn="ctr"/>
          </a:p>
        </p:txBody>
      </p:sp>
      <p:sp>
        <p:nvSpPr>
          <p:cNvPr id="88" name="!!canal_rw_C3"/>
          <p:cNvSpPr/>
          <p:nvPr/>
        </p:nvSpPr>
        <p:spPr>
          <a:xfrm>
            <a:off x="7697037" y="2564610"/>
            <a:ext cx="43180" cy="43180"/>
          </a:xfrm>
          <a:prstGeom prst="diamond">
            <a:avLst/>
          </a:prstGeom>
          <a:solidFill>
            <a:srgbClr val="5A5A5A"/>
          </a:solidFill>
          <a:ln>
            <a:noFill/>
          </a:ln>
        </p:spPr>
        <p:txBody>
          <a:bodyPr rtlCol="0" anchor="ctr"/>
          <a:lstStyle/>
          <a:p>
            <a:pPr algn="ctr"/>
          </a:p>
        </p:txBody>
      </p:sp>
      <p:sp>
        <p:nvSpPr>
          <p:cNvPr id="89" name="!!canal_rw_C4"/>
          <p:cNvSpPr/>
          <p:nvPr/>
        </p:nvSpPr>
        <p:spPr>
          <a:xfrm>
            <a:off x="7990334" y="2281987"/>
            <a:ext cx="43180" cy="43180"/>
          </a:xfrm>
          <a:prstGeom prst="diamond">
            <a:avLst/>
          </a:prstGeom>
          <a:solidFill>
            <a:srgbClr val="5A5A5A"/>
          </a:solidFill>
          <a:ln>
            <a:noFill/>
          </a:ln>
        </p:spPr>
        <p:txBody>
          <a:bodyPr rtlCol="0" anchor="ctr"/>
          <a:lstStyle/>
          <a:p>
            <a:pPr algn="ctr"/>
          </a:p>
        </p:txBody>
      </p:sp>
      <p:sp>
        <p:nvSpPr>
          <p:cNvPr id="90" name="!!canal_rw_C5"/>
          <p:cNvSpPr/>
          <p:nvPr/>
        </p:nvSpPr>
        <p:spPr>
          <a:xfrm>
            <a:off x="8283631" y="2250585"/>
            <a:ext cx="43180" cy="43180"/>
          </a:xfrm>
          <a:prstGeom prst="diamond">
            <a:avLst/>
          </a:prstGeom>
          <a:solidFill>
            <a:srgbClr val="5A5A5A"/>
          </a:solidFill>
          <a:ln>
            <a:noFill/>
          </a:ln>
        </p:spPr>
        <p:txBody>
          <a:bodyPr rtlCol="0" anchor="ctr"/>
          <a:lstStyle/>
          <a:p>
            <a:pPr algn="ctr"/>
          </a:p>
        </p:txBody>
      </p:sp>
      <p:sp>
        <p:nvSpPr>
          <p:cNvPr id="91" name="!!canal_rw_C6"/>
          <p:cNvSpPr/>
          <p:nvPr/>
        </p:nvSpPr>
        <p:spPr>
          <a:xfrm>
            <a:off x="8576928" y="2109273"/>
            <a:ext cx="43180" cy="43180"/>
          </a:xfrm>
          <a:prstGeom prst="diamond">
            <a:avLst/>
          </a:prstGeom>
          <a:solidFill>
            <a:srgbClr val="5A5A5A"/>
          </a:solidFill>
          <a:ln>
            <a:noFill/>
          </a:ln>
        </p:spPr>
        <p:txBody>
          <a:bodyPr rtlCol="0" anchor="ctr"/>
          <a:lstStyle/>
          <a:p>
            <a:pPr algn="ctr"/>
          </a:p>
        </p:txBody>
      </p:sp>
      <p:sp>
        <p:nvSpPr>
          <p:cNvPr id="92" name="!!canal_rw_C7"/>
          <p:cNvSpPr/>
          <p:nvPr/>
        </p:nvSpPr>
        <p:spPr>
          <a:xfrm>
            <a:off x="8870226" y="2313390"/>
            <a:ext cx="43180" cy="43180"/>
          </a:xfrm>
          <a:prstGeom prst="diamond">
            <a:avLst/>
          </a:prstGeom>
          <a:solidFill>
            <a:srgbClr val="5A5A5A"/>
          </a:solidFill>
          <a:ln>
            <a:noFill/>
          </a:ln>
        </p:spPr>
        <p:txBody>
          <a:bodyPr rtlCol="0" anchor="ctr"/>
          <a:lstStyle/>
          <a:p>
            <a:pPr algn="ctr"/>
          </a:p>
        </p:txBody>
      </p:sp>
      <p:sp>
        <p:nvSpPr>
          <p:cNvPr id="93" name="!!canal_rw_T1"/>
          <p:cNvSpPr/>
          <p:nvPr/>
        </p:nvSpPr>
        <p:spPr>
          <a:xfrm>
            <a:off x="9016874" y="2737325"/>
            <a:ext cx="43180" cy="43180"/>
          </a:xfrm>
          <a:prstGeom prst="diamond">
            <a:avLst/>
          </a:prstGeom>
          <a:solidFill>
            <a:srgbClr val="5A5A5A"/>
          </a:solidFill>
          <a:ln>
            <a:noFill/>
          </a:ln>
        </p:spPr>
        <p:txBody>
          <a:bodyPr rtlCol="0" anchor="ctr"/>
          <a:lstStyle/>
          <a:p>
            <a:pPr algn="ctr"/>
          </a:p>
        </p:txBody>
      </p:sp>
      <p:sp>
        <p:nvSpPr>
          <p:cNvPr id="94" name="!!canal_rw_T2"/>
          <p:cNvSpPr/>
          <p:nvPr/>
        </p:nvSpPr>
        <p:spPr>
          <a:xfrm>
            <a:off x="9163523" y="3098454"/>
            <a:ext cx="43180" cy="43180"/>
          </a:xfrm>
          <a:prstGeom prst="diamond">
            <a:avLst/>
          </a:prstGeom>
          <a:solidFill>
            <a:srgbClr val="5A5A5A"/>
          </a:solidFill>
          <a:ln>
            <a:noFill/>
          </a:ln>
        </p:spPr>
        <p:txBody>
          <a:bodyPr rtlCol="0" anchor="ctr"/>
          <a:lstStyle/>
          <a:p>
            <a:pPr algn="ctr"/>
          </a:p>
        </p:txBody>
      </p:sp>
      <p:sp>
        <p:nvSpPr>
          <p:cNvPr id="95" name="!!canal_rw_T3"/>
          <p:cNvSpPr/>
          <p:nvPr/>
        </p:nvSpPr>
        <p:spPr>
          <a:xfrm>
            <a:off x="9222182" y="3286869"/>
            <a:ext cx="43180" cy="43180"/>
          </a:xfrm>
          <a:prstGeom prst="diamond">
            <a:avLst/>
          </a:prstGeom>
          <a:solidFill>
            <a:srgbClr val="5A5A5A"/>
          </a:solidFill>
          <a:ln>
            <a:noFill/>
          </a:ln>
        </p:spPr>
        <p:txBody>
          <a:bodyPr rtlCol="0" anchor="ctr"/>
          <a:lstStyle/>
          <a:p>
            <a:pPr algn="ctr"/>
          </a:p>
        </p:txBody>
      </p:sp>
      <p:sp>
        <p:nvSpPr>
          <p:cNvPr id="96" name="!!canal_rw_T4"/>
          <p:cNvSpPr/>
          <p:nvPr/>
        </p:nvSpPr>
        <p:spPr>
          <a:xfrm>
            <a:off x="9280842" y="3490986"/>
            <a:ext cx="43180" cy="43180"/>
          </a:xfrm>
          <a:prstGeom prst="diamond">
            <a:avLst/>
          </a:prstGeom>
          <a:solidFill>
            <a:srgbClr val="5A5A5A"/>
          </a:solidFill>
          <a:ln>
            <a:noFill/>
          </a:ln>
        </p:spPr>
        <p:txBody>
          <a:bodyPr rtlCol="0" anchor="ctr"/>
          <a:lstStyle/>
          <a:p>
            <a:pPr algn="ctr"/>
          </a:p>
        </p:txBody>
      </p:sp>
      <p:sp>
        <p:nvSpPr>
          <p:cNvPr id="97" name="!!canal_rw_T5"/>
          <p:cNvSpPr/>
          <p:nvPr/>
        </p:nvSpPr>
        <p:spPr>
          <a:xfrm>
            <a:off x="9339501" y="3475285"/>
            <a:ext cx="43180" cy="43180"/>
          </a:xfrm>
          <a:prstGeom prst="diamond">
            <a:avLst/>
          </a:prstGeom>
          <a:solidFill>
            <a:srgbClr val="5A5A5A"/>
          </a:solidFill>
          <a:ln>
            <a:noFill/>
          </a:ln>
        </p:spPr>
        <p:txBody>
          <a:bodyPr rtlCol="0" anchor="ctr"/>
          <a:lstStyle/>
          <a:p>
            <a:pPr algn="ctr"/>
          </a:p>
        </p:txBody>
      </p:sp>
      <p:sp>
        <p:nvSpPr>
          <p:cNvPr id="98" name="!!canal_rw_T6"/>
          <p:cNvSpPr/>
          <p:nvPr/>
        </p:nvSpPr>
        <p:spPr>
          <a:xfrm>
            <a:off x="9398161" y="3443882"/>
            <a:ext cx="43180" cy="43180"/>
          </a:xfrm>
          <a:prstGeom prst="diamond">
            <a:avLst/>
          </a:prstGeom>
          <a:solidFill>
            <a:srgbClr val="5A5A5A"/>
          </a:solidFill>
          <a:ln>
            <a:noFill/>
          </a:ln>
        </p:spPr>
        <p:txBody>
          <a:bodyPr rtlCol="0" anchor="ctr"/>
          <a:lstStyle/>
          <a:p>
            <a:pPr algn="ctr"/>
          </a:p>
        </p:txBody>
      </p:sp>
      <p:sp>
        <p:nvSpPr>
          <p:cNvPr id="99" name="!!canal_rw_T7"/>
          <p:cNvSpPr/>
          <p:nvPr/>
        </p:nvSpPr>
        <p:spPr>
          <a:xfrm>
            <a:off x="9456820" y="3443882"/>
            <a:ext cx="43180" cy="43180"/>
          </a:xfrm>
          <a:prstGeom prst="diamond">
            <a:avLst/>
          </a:prstGeom>
          <a:solidFill>
            <a:srgbClr val="5A5A5A"/>
          </a:solidFill>
          <a:ln>
            <a:noFill/>
          </a:ln>
        </p:spPr>
        <p:txBody>
          <a:bodyPr rtlCol="0" anchor="ctr"/>
          <a:lstStyle/>
          <a:p>
            <a:pPr algn="ctr"/>
          </a:p>
        </p:txBody>
      </p:sp>
      <p:sp>
        <p:nvSpPr>
          <p:cNvPr id="100" name="!!canal_rw_T8"/>
          <p:cNvSpPr/>
          <p:nvPr/>
        </p:nvSpPr>
        <p:spPr>
          <a:xfrm>
            <a:off x="9515479" y="3381077"/>
            <a:ext cx="43180" cy="43180"/>
          </a:xfrm>
          <a:prstGeom prst="diamond">
            <a:avLst/>
          </a:prstGeom>
          <a:solidFill>
            <a:srgbClr val="5A5A5A"/>
          </a:solidFill>
          <a:ln>
            <a:noFill/>
          </a:ln>
        </p:spPr>
        <p:txBody>
          <a:bodyPr rtlCol="0" anchor="ctr"/>
          <a:lstStyle/>
          <a:p>
            <a:pPr algn="ctr"/>
          </a:p>
        </p:txBody>
      </p:sp>
      <p:sp>
        <p:nvSpPr>
          <p:cNvPr id="101" name="!!canal_rw_T9"/>
          <p:cNvSpPr/>
          <p:nvPr/>
        </p:nvSpPr>
        <p:spPr>
          <a:xfrm>
            <a:off x="9574139" y="3349675"/>
            <a:ext cx="43180" cy="43180"/>
          </a:xfrm>
          <a:prstGeom prst="diamond">
            <a:avLst/>
          </a:prstGeom>
          <a:solidFill>
            <a:srgbClr val="5A5A5A"/>
          </a:solidFill>
          <a:ln>
            <a:noFill/>
          </a:ln>
        </p:spPr>
        <p:txBody>
          <a:bodyPr rtlCol="0" anchor="ctr"/>
          <a:lstStyle/>
          <a:p>
            <a:pPr algn="ctr"/>
          </a:p>
        </p:txBody>
      </p:sp>
      <p:sp>
        <p:nvSpPr>
          <p:cNvPr id="102" name="!!canal_rw_T10"/>
          <p:cNvSpPr/>
          <p:nvPr/>
        </p:nvSpPr>
        <p:spPr>
          <a:xfrm>
            <a:off x="9632798" y="3302571"/>
            <a:ext cx="43180" cy="43180"/>
          </a:xfrm>
          <a:prstGeom prst="diamond">
            <a:avLst/>
          </a:prstGeom>
          <a:solidFill>
            <a:srgbClr val="5A5A5A"/>
          </a:solidFill>
          <a:ln>
            <a:noFill/>
          </a:ln>
        </p:spPr>
        <p:txBody>
          <a:bodyPr rtlCol="0" anchor="ctr"/>
          <a:lstStyle/>
          <a:p>
            <a:pPr algn="ctr"/>
          </a:p>
        </p:txBody>
      </p:sp>
      <p:sp>
        <p:nvSpPr>
          <p:cNvPr id="103" name="!!canal_rw_T11"/>
          <p:cNvSpPr/>
          <p:nvPr/>
        </p:nvSpPr>
        <p:spPr>
          <a:xfrm>
            <a:off x="9691458" y="3114155"/>
            <a:ext cx="43180" cy="43180"/>
          </a:xfrm>
          <a:prstGeom prst="diamond">
            <a:avLst/>
          </a:prstGeom>
          <a:solidFill>
            <a:srgbClr val="5A5A5A"/>
          </a:solidFill>
          <a:ln>
            <a:noFill/>
          </a:ln>
        </p:spPr>
        <p:txBody>
          <a:bodyPr rtlCol="0" anchor="ctr"/>
          <a:lstStyle/>
          <a:p>
            <a:pPr algn="ctr"/>
          </a:p>
        </p:txBody>
      </p:sp>
      <p:sp>
        <p:nvSpPr>
          <p:cNvPr id="104" name="!!canal_rw_T12"/>
          <p:cNvSpPr/>
          <p:nvPr/>
        </p:nvSpPr>
        <p:spPr>
          <a:xfrm>
            <a:off x="9750117" y="2674519"/>
            <a:ext cx="43180" cy="43180"/>
          </a:xfrm>
          <a:prstGeom prst="diamond">
            <a:avLst/>
          </a:prstGeom>
          <a:solidFill>
            <a:srgbClr val="5A5A5A"/>
          </a:solidFill>
          <a:ln>
            <a:noFill/>
          </a:ln>
        </p:spPr>
        <p:txBody>
          <a:bodyPr rtlCol="0" anchor="ctr"/>
          <a:lstStyle/>
          <a:p>
            <a:pPr algn="ctr"/>
          </a:p>
        </p:txBody>
      </p:sp>
      <p:sp>
        <p:nvSpPr>
          <p:cNvPr id="105" name="!!canal_rw_L1"/>
          <p:cNvSpPr/>
          <p:nvPr/>
        </p:nvSpPr>
        <p:spPr>
          <a:xfrm>
            <a:off x="10043414" y="2439000"/>
            <a:ext cx="43180" cy="43180"/>
          </a:xfrm>
          <a:prstGeom prst="diamond">
            <a:avLst/>
          </a:prstGeom>
          <a:solidFill>
            <a:srgbClr val="5A5A5A"/>
          </a:solidFill>
          <a:ln>
            <a:noFill/>
          </a:ln>
        </p:spPr>
        <p:txBody>
          <a:bodyPr rtlCol="0" anchor="ctr"/>
          <a:lstStyle/>
          <a:p>
            <a:pPr algn="ctr"/>
          </a:p>
        </p:txBody>
      </p:sp>
      <p:sp>
        <p:nvSpPr>
          <p:cNvPr id="106" name="!!canal_rw_L2"/>
          <p:cNvSpPr/>
          <p:nvPr/>
        </p:nvSpPr>
        <p:spPr>
          <a:xfrm>
            <a:off x="10336712" y="2423299"/>
            <a:ext cx="43180" cy="43180"/>
          </a:xfrm>
          <a:prstGeom prst="diamond">
            <a:avLst/>
          </a:prstGeom>
          <a:solidFill>
            <a:srgbClr val="5A5A5A"/>
          </a:solidFill>
          <a:ln>
            <a:noFill/>
          </a:ln>
        </p:spPr>
        <p:txBody>
          <a:bodyPr rtlCol="0" anchor="ctr"/>
          <a:lstStyle/>
          <a:p>
            <a:pPr algn="ctr"/>
          </a:p>
        </p:txBody>
      </p:sp>
      <p:sp>
        <p:nvSpPr>
          <p:cNvPr id="107" name="!!canal_rw_L3"/>
          <p:cNvSpPr/>
          <p:nvPr/>
        </p:nvSpPr>
        <p:spPr>
          <a:xfrm>
            <a:off x="10630009" y="2344792"/>
            <a:ext cx="43180" cy="43180"/>
          </a:xfrm>
          <a:prstGeom prst="diamond">
            <a:avLst/>
          </a:prstGeom>
          <a:solidFill>
            <a:srgbClr val="5A5A5A"/>
          </a:solidFill>
          <a:ln>
            <a:noFill/>
          </a:ln>
        </p:spPr>
        <p:txBody>
          <a:bodyPr rtlCol="0" anchor="ctr"/>
          <a:lstStyle/>
          <a:p>
            <a:pPr algn="ctr"/>
          </a:p>
        </p:txBody>
      </p:sp>
      <p:sp>
        <p:nvSpPr>
          <p:cNvPr id="108" name="!!canal_rw_L4"/>
          <p:cNvSpPr/>
          <p:nvPr/>
        </p:nvSpPr>
        <p:spPr>
          <a:xfrm>
            <a:off x="10923306" y="2172078"/>
            <a:ext cx="43180" cy="43180"/>
          </a:xfrm>
          <a:prstGeom prst="diamond">
            <a:avLst/>
          </a:prstGeom>
          <a:solidFill>
            <a:srgbClr val="5A5A5A"/>
          </a:solidFill>
          <a:ln>
            <a:noFill/>
          </a:ln>
        </p:spPr>
        <p:txBody>
          <a:bodyPr rtlCol="0" anchor="ctr"/>
          <a:lstStyle/>
          <a:p>
            <a:pPr algn="ctr"/>
          </a:p>
        </p:txBody>
      </p:sp>
      <p:sp>
        <p:nvSpPr>
          <p:cNvPr id="109" name="!!canal_rw_L5"/>
          <p:cNvSpPr/>
          <p:nvPr/>
        </p:nvSpPr>
        <p:spPr>
          <a:xfrm>
            <a:off x="11216603" y="1905157"/>
            <a:ext cx="43180" cy="43180"/>
          </a:xfrm>
          <a:prstGeom prst="diamond">
            <a:avLst/>
          </a:prstGeom>
          <a:solidFill>
            <a:srgbClr val="5A5A5A"/>
          </a:solidFill>
          <a:ln>
            <a:noFill/>
          </a:ln>
        </p:spPr>
        <p:txBody>
          <a:bodyPr rtlCol="0" anchor="ctr"/>
          <a:lstStyle/>
          <a:p>
            <a:pPr algn="ctr"/>
          </a:p>
        </p:txBody>
      </p:sp>
      <p:sp>
        <p:nvSpPr>
          <p:cNvPr id="110" name="!!canal_rd"/>
          <p:cNvSpPr/>
          <p:nvPr/>
        </p:nvSpPr>
        <p:spPr>
          <a:xfrm>
            <a:off x="7425330" y="2884525"/>
            <a:ext cx="3812863" cy="910674"/>
          </a:xfrm>
          <a:custGeom>
            <a:avLst/>
            <a:gdLst/>
            <a:ahLst/>
            <a:cxnLst/>
            <a:rect l="l" t="t" r="r" b="b"/>
            <a:pathLst>
              <a:path w="3812863" h="910674">
                <a:moveTo>
                  <a:pt x="0" y="0"/>
                </a:moveTo>
                <a:lnTo>
                  <a:pt x="293297" y="753661"/>
                </a:lnTo>
                <a:lnTo>
                  <a:pt x="586594" y="518142"/>
                </a:lnTo>
                <a:lnTo>
                  <a:pt x="879891" y="565246"/>
                </a:lnTo>
                <a:lnTo>
                  <a:pt x="1173188" y="455337"/>
                </a:lnTo>
                <a:lnTo>
                  <a:pt x="1466486" y="910674"/>
                </a:lnTo>
                <a:lnTo>
                  <a:pt x="1613134" y="722259"/>
                </a:lnTo>
                <a:lnTo>
                  <a:pt x="1759783" y="894973"/>
                </a:lnTo>
                <a:lnTo>
                  <a:pt x="1818442" y="800765"/>
                </a:lnTo>
                <a:lnTo>
                  <a:pt x="1877102" y="753661"/>
                </a:lnTo>
                <a:lnTo>
                  <a:pt x="1935761" y="737960"/>
                </a:lnTo>
                <a:lnTo>
                  <a:pt x="1994421" y="706557"/>
                </a:lnTo>
                <a:lnTo>
                  <a:pt x="2053080" y="769363"/>
                </a:lnTo>
                <a:lnTo>
                  <a:pt x="2111739" y="800765"/>
                </a:lnTo>
                <a:lnTo>
                  <a:pt x="2170399" y="832168"/>
                </a:lnTo>
                <a:lnTo>
                  <a:pt x="2229058" y="863570"/>
                </a:lnTo>
                <a:lnTo>
                  <a:pt x="2287718" y="785064"/>
                </a:lnTo>
                <a:lnTo>
                  <a:pt x="2346377" y="455337"/>
                </a:lnTo>
                <a:lnTo>
                  <a:pt x="2639674" y="314025"/>
                </a:lnTo>
                <a:lnTo>
                  <a:pt x="2932972" y="439636"/>
                </a:lnTo>
                <a:lnTo>
                  <a:pt x="3226269" y="549545"/>
                </a:lnTo>
                <a:lnTo>
                  <a:pt x="3519566" y="376831"/>
                </a:lnTo>
                <a:lnTo>
                  <a:pt x="3812863" y="204116"/>
                </a:lnTo>
              </a:path>
            </a:pathLst>
          </a:custGeom>
          <a:noFill/>
          <a:ln w="11430">
            <a:solidFill>
              <a:srgbClr val="5A5A5A"/>
            </a:solidFill>
            <a:prstDash val="sysDot"/>
            <a:round/>
          </a:ln>
        </p:spPr>
        <p:txBody>
          <a:bodyPr rtlCol="0" anchor="ctr"/>
          <a:lstStyle/>
          <a:p>
            <a:pPr algn="ctr"/>
          </a:p>
        </p:txBody>
      </p:sp>
      <p:sp>
        <p:nvSpPr>
          <p:cNvPr id="111" name="!!canal_rd_C2"/>
          <p:cNvSpPr/>
          <p:nvPr/>
        </p:nvSpPr>
        <p:spPr>
          <a:xfrm>
            <a:off x="7403740" y="2862935"/>
            <a:ext cx="43180" cy="43180"/>
          </a:xfrm>
          <a:prstGeom prst="diamond">
            <a:avLst/>
          </a:prstGeom>
          <a:solidFill>
            <a:srgbClr val="5A5A5A"/>
          </a:solidFill>
          <a:ln>
            <a:noFill/>
          </a:ln>
        </p:spPr>
        <p:txBody>
          <a:bodyPr rtlCol="0" anchor="ctr"/>
          <a:lstStyle/>
          <a:p>
            <a:pPr algn="ctr"/>
          </a:p>
        </p:txBody>
      </p:sp>
      <p:sp>
        <p:nvSpPr>
          <p:cNvPr id="112" name="!!canal_rd_C3"/>
          <p:cNvSpPr/>
          <p:nvPr/>
        </p:nvSpPr>
        <p:spPr>
          <a:xfrm>
            <a:off x="7697037" y="3616596"/>
            <a:ext cx="43180" cy="43180"/>
          </a:xfrm>
          <a:prstGeom prst="diamond">
            <a:avLst/>
          </a:prstGeom>
          <a:solidFill>
            <a:srgbClr val="5A5A5A"/>
          </a:solidFill>
          <a:ln>
            <a:noFill/>
          </a:ln>
        </p:spPr>
        <p:txBody>
          <a:bodyPr rtlCol="0" anchor="ctr"/>
          <a:lstStyle/>
          <a:p>
            <a:pPr algn="ctr"/>
          </a:p>
        </p:txBody>
      </p:sp>
      <p:sp>
        <p:nvSpPr>
          <p:cNvPr id="113" name="!!canal_rd_C4"/>
          <p:cNvSpPr/>
          <p:nvPr/>
        </p:nvSpPr>
        <p:spPr>
          <a:xfrm>
            <a:off x="7990334" y="3381077"/>
            <a:ext cx="43180" cy="43180"/>
          </a:xfrm>
          <a:prstGeom prst="diamond">
            <a:avLst/>
          </a:prstGeom>
          <a:solidFill>
            <a:srgbClr val="5A5A5A"/>
          </a:solidFill>
          <a:ln>
            <a:noFill/>
          </a:ln>
        </p:spPr>
        <p:txBody>
          <a:bodyPr rtlCol="0" anchor="ctr"/>
          <a:lstStyle/>
          <a:p>
            <a:pPr algn="ctr"/>
          </a:p>
        </p:txBody>
      </p:sp>
      <p:sp>
        <p:nvSpPr>
          <p:cNvPr id="114" name="!!canal_rd_C5"/>
          <p:cNvSpPr/>
          <p:nvPr/>
        </p:nvSpPr>
        <p:spPr>
          <a:xfrm>
            <a:off x="8283631" y="3428181"/>
            <a:ext cx="43180" cy="43180"/>
          </a:xfrm>
          <a:prstGeom prst="diamond">
            <a:avLst/>
          </a:prstGeom>
          <a:solidFill>
            <a:srgbClr val="5A5A5A"/>
          </a:solidFill>
          <a:ln>
            <a:noFill/>
          </a:ln>
        </p:spPr>
        <p:txBody>
          <a:bodyPr rtlCol="0" anchor="ctr"/>
          <a:lstStyle/>
          <a:p>
            <a:pPr algn="ctr"/>
          </a:p>
        </p:txBody>
      </p:sp>
      <p:sp>
        <p:nvSpPr>
          <p:cNvPr id="115" name="!!canal_rd_C6"/>
          <p:cNvSpPr/>
          <p:nvPr/>
        </p:nvSpPr>
        <p:spPr>
          <a:xfrm>
            <a:off x="8576928" y="3318272"/>
            <a:ext cx="43180" cy="43180"/>
          </a:xfrm>
          <a:prstGeom prst="diamond">
            <a:avLst/>
          </a:prstGeom>
          <a:solidFill>
            <a:srgbClr val="5A5A5A"/>
          </a:solidFill>
          <a:ln>
            <a:noFill/>
          </a:ln>
        </p:spPr>
        <p:txBody>
          <a:bodyPr rtlCol="0" anchor="ctr"/>
          <a:lstStyle/>
          <a:p>
            <a:pPr algn="ctr"/>
          </a:p>
        </p:txBody>
      </p:sp>
      <p:sp>
        <p:nvSpPr>
          <p:cNvPr id="116" name="!!canal_rd_C7"/>
          <p:cNvSpPr/>
          <p:nvPr/>
        </p:nvSpPr>
        <p:spPr>
          <a:xfrm>
            <a:off x="8870226" y="3773609"/>
            <a:ext cx="43180" cy="43180"/>
          </a:xfrm>
          <a:prstGeom prst="diamond">
            <a:avLst/>
          </a:prstGeom>
          <a:solidFill>
            <a:srgbClr val="5A5A5A"/>
          </a:solidFill>
          <a:ln>
            <a:noFill/>
          </a:ln>
        </p:spPr>
        <p:txBody>
          <a:bodyPr rtlCol="0" anchor="ctr"/>
          <a:lstStyle/>
          <a:p>
            <a:pPr algn="ctr"/>
          </a:p>
        </p:txBody>
      </p:sp>
      <p:sp>
        <p:nvSpPr>
          <p:cNvPr id="117" name="!!canal_rd_T1"/>
          <p:cNvSpPr/>
          <p:nvPr/>
        </p:nvSpPr>
        <p:spPr>
          <a:xfrm>
            <a:off x="9016874" y="3585194"/>
            <a:ext cx="43180" cy="43180"/>
          </a:xfrm>
          <a:prstGeom prst="diamond">
            <a:avLst/>
          </a:prstGeom>
          <a:solidFill>
            <a:srgbClr val="5A5A5A"/>
          </a:solidFill>
          <a:ln>
            <a:noFill/>
          </a:ln>
        </p:spPr>
        <p:txBody>
          <a:bodyPr rtlCol="0" anchor="ctr"/>
          <a:lstStyle/>
          <a:p>
            <a:pPr algn="ctr"/>
          </a:p>
        </p:txBody>
      </p:sp>
      <p:sp>
        <p:nvSpPr>
          <p:cNvPr id="118" name="!!canal_rd_T2"/>
          <p:cNvSpPr/>
          <p:nvPr/>
        </p:nvSpPr>
        <p:spPr>
          <a:xfrm>
            <a:off x="9163523" y="3757908"/>
            <a:ext cx="43180" cy="43180"/>
          </a:xfrm>
          <a:prstGeom prst="diamond">
            <a:avLst/>
          </a:prstGeom>
          <a:solidFill>
            <a:srgbClr val="5A5A5A"/>
          </a:solidFill>
          <a:ln>
            <a:noFill/>
          </a:ln>
        </p:spPr>
        <p:txBody>
          <a:bodyPr rtlCol="0" anchor="ctr"/>
          <a:lstStyle/>
          <a:p>
            <a:pPr algn="ctr"/>
          </a:p>
        </p:txBody>
      </p:sp>
      <p:sp>
        <p:nvSpPr>
          <p:cNvPr id="119" name="!!canal_rd_T3"/>
          <p:cNvSpPr/>
          <p:nvPr/>
        </p:nvSpPr>
        <p:spPr>
          <a:xfrm>
            <a:off x="9222182" y="3663700"/>
            <a:ext cx="43180" cy="43180"/>
          </a:xfrm>
          <a:prstGeom prst="diamond">
            <a:avLst/>
          </a:prstGeom>
          <a:solidFill>
            <a:srgbClr val="5A5A5A"/>
          </a:solidFill>
          <a:ln>
            <a:noFill/>
          </a:ln>
        </p:spPr>
        <p:txBody>
          <a:bodyPr rtlCol="0" anchor="ctr"/>
          <a:lstStyle/>
          <a:p>
            <a:pPr algn="ctr"/>
          </a:p>
        </p:txBody>
      </p:sp>
      <p:sp>
        <p:nvSpPr>
          <p:cNvPr id="120" name="!!canal_rd_T4"/>
          <p:cNvSpPr/>
          <p:nvPr/>
        </p:nvSpPr>
        <p:spPr>
          <a:xfrm>
            <a:off x="9280842" y="3616596"/>
            <a:ext cx="43180" cy="43180"/>
          </a:xfrm>
          <a:prstGeom prst="diamond">
            <a:avLst/>
          </a:prstGeom>
          <a:solidFill>
            <a:srgbClr val="5A5A5A"/>
          </a:solidFill>
          <a:ln>
            <a:noFill/>
          </a:ln>
        </p:spPr>
        <p:txBody>
          <a:bodyPr rtlCol="0" anchor="ctr"/>
          <a:lstStyle/>
          <a:p>
            <a:pPr algn="ctr"/>
          </a:p>
        </p:txBody>
      </p:sp>
      <p:sp>
        <p:nvSpPr>
          <p:cNvPr id="121" name="!!canal_rd_T5"/>
          <p:cNvSpPr/>
          <p:nvPr/>
        </p:nvSpPr>
        <p:spPr>
          <a:xfrm>
            <a:off x="9339501" y="3600895"/>
            <a:ext cx="43180" cy="43180"/>
          </a:xfrm>
          <a:prstGeom prst="diamond">
            <a:avLst/>
          </a:prstGeom>
          <a:solidFill>
            <a:srgbClr val="5A5A5A"/>
          </a:solidFill>
          <a:ln>
            <a:noFill/>
          </a:ln>
        </p:spPr>
        <p:txBody>
          <a:bodyPr rtlCol="0" anchor="ctr"/>
          <a:lstStyle/>
          <a:p>
            <a:pPr algn="ctr"/>
          </a:p>
        </p:txBody>
      </p:sp>
      <p:sp>
        <p:nvSpPr>
          <p:cNvPr id="122" name="!!canal_rd_T6"/>
          <p:cNvSpPr/>
          <p:nvPr/>
        </p:nvSpPr>
        <p:spPr>
          <a:xfrm>
            <a:off x="9398161" y="3569492"/>
            <a:ext cx="43180" cy="43180"/>
          </a:xfrm>
          <a:prstGeom prst="diamond">
            <a:avLst/>
          </a:prstGeom>
          <a:solidFill>
            <a:srgbClr val="5A5A5A"/>
          </a:solidFill>
          <a:ln>
            <a:noFill/>
          </a:ln>
        </p:spPr>
        <p:txBody>
          <a:bodyPr rtlCol="0" anchor="ctr"/>
          <a:lstStyle/>
          <a:p>
            <a:pPr algn="ctr"/>
          </a:p>
        </p:txBody>
      </p:sp>
      <p:sp>
        <p:nvSpPr>
          <p:cNvPr id="123" name="!!canal_rd_T7"/>
          <p:cNvSpPr/>
          <p:nvPr/>
        </p:nvSpPr>
        <p:spPr>
          <a:xfrm>
            <a:off x="9456820" y="3632298"/>
            <a:ext cx="43180" cy="43180"/>
          </a:xfrm>
          <a:prstGeom prst="diamond">
            <a:avLst/>
          </a:prstGeom>
          <a:solidFill>
            <a:srgbClr val="5A5A5A"/>
          </a:solidFill>
          <a:ln>
            <a:noFill/>
          </a:ln>
        </p:spPr>
        <p:txBody>
          <a:bodyPr rtlCol="0" anchor="ctr"/>
          <a:lstStyle/>
          <a:p>
            <a:pPr algn="ctr"/>
          </a:p>
        </p:txBody>
      </p:sp>
      <p:sp>
        <p:nvSpPr>
          <p:cNvPr id="124" name="!!canal_rd_T8"/>
          <p:cNvSpPr/>
          <p:nvPr/>
        </p:nvSpPr>
        <p:spPr>
          <a:xfrm>
            <a:off x="9515479" y="3663700"/>
            <a:ext cx="43180" cy="43180"/>
          </a:xfrm>
          <a:prstGeom prst="diamond">
            <a:avLst/>
          </a:prstGeom>
          <a:solidFill>
            <a:srgbClr val="5A5A5A"/>
          </a:solidFill>
          <a:ln>
            <a:noFill/>
          </a:ln>
        </p:spPr>
        <p:txBody>
          <a:bodyPr rtlCol="0" anchor="ctr"/>
          <a:lstStyle/>
          <a:p>
            <a:pPr algn="ctr"/>
          </a:p>
        </p:txBody>
      </p:sp>
      <p:sp>
        <p:nvSpPr>
          <p:cNvPr id="125" name="!!canal_rd_T9"/>
          <p:cNvSpPr/>
          <p:nvPr/>
        </p:nvSpPr>
        <p:spPr>
          <a:xfrm>
            <a:off x="9574139" y="3695103"/>
            <a:ext cx="43180" cy="43180"/>
          </a:xfrm>
          <a:prstGeom prst="diamond">
            <a:avLst/>
          </a:prstGeom>
          <a:solidFill>
            <a:srgbClr val="5A5A5A"/>
          </a:solidFill>
          <a:ln>
            <a:noFill/>
          </a:ln>
        </p:spPr>
        <p:txBody>
          <a:bodyPr rtlCol="0" anchor="ctr"/>
          <a:lstStyle/>
          <a:p>
            <a:pPr algn="ctr"/>
          </a:p>
        </p:txBody>
      </p:sp>
      <p:sp>
        <p:nvSpPr>
          <p:cNvPr id="126" name="!!canal_rd_T10"/>
          <p:cNvSpPr/>
          <p:nvPr/>
        </p:nvSpPr>
        <p:spPr>
          <a:xfrm>
            <a:off x="9632798" y="3726505"/>
            <a:ext cx="43180" cy="43180"/>
          </a:xfrm>
          <a:prstGeom prst="diamond">
            <a:avLst/>
          </a:prstGeom>
          <a:solidFill>
            <a:srgbClr val="5A5A5A"/>
          </a:solidFill>
          <a:ln>
            <a:noFill/>
          </a:ln>
        </p:spPr>
        <p:txBody>
          <a:bodyPr rtlCol="0" anchor="ctr"/>
          <a:lstStyle/>
          <a:p>
            <a:pPr algn="ctr"/>
          </a:p>
        </p:txBody>
      </p:sp>
      <p:sp>
        <p:nvSpPr>
          <p:cNvPr id="127" name="!!canal_rd_T11"/>
          <p:cNvSpPr/>
          <p:nvPr/>
        </p:nvSpPr>
        <p:spPr>
          <a:xfrm>
            <a:off x="9691458" y="3647999"/>
            <a:ext cx="43180" cy="43180"/>
          </a:xfrm>
          <a:prstGeom prst="diamond">
            <a:avLst/>
          </a:prstGeom>
          <a:solidFill>
            <a:srgbClr val="5A5A5A"/>
          </a:solidFill>
          <a:ln>
            <a:noFill/>
          </a:ln>
        </p:spPr>
        <p:txBody>
          <a:bodyPr rtlCol="0" anchor="ctr"/>
          <a:lstStyle/>
          <a:p>
            <a:pPr algn="ctr"/>
          </a:p>
        </p:txBody>
      </p:sp>
      <p:sp>
        <p:nvSpPr>
          <p:cNvPr id="128" name="!!canal_rd_T12"/>
          <p:cNvSpPr/>
          <p:nvPr/>
        </p:nvSpPr>
        <p:spPr>
          <a:xfrm>
            <a:off x="9750117" y="3318272"/>
            <a:ext cx="43180" cy="43180"/>
          </a:xfrm>
          <a:prstGeom prst="diamond">
            <a:avLst/>
          </a:prstGeom>
          <a:solidFill>
            <a:srgbClr val="5A5A5A"/>
          </a:solidFill>
          <a:ln>
            <a:noFill/>
          </a:ln>
        </p:spPr>
        <p:txBody>
          <a:bodyPr rtlCol="0" anchor="ctr"/>
          <a:lstStyle/>
          <a:p>
            <a:pPr algn="ctr"/>
          </a:p>
        </p:txBody>
      </p:sp>
      <p:sp>
        <p:nvSpPr>
          <p:cNvPr id="129" name="!!canal_rd_L1"/>
          <p:cNvSpPr/>
          <p:nvPr/>
        </p:nvSpPr>
        <p:spPr>
          <a:xfrm>
            <a:off x="10043414" y="3176960"/>
            <a:ext cx="43180" cy="43180"/>
          </a:xfrm>
          <a:prstGeom prst="diamond">
            <a:avLst/>
          </a:prstGeom>
          <a:solidFill>
            <a:srgbClr val="5A5A5A"/>
          </a:solidFill>
          <a:ln>
            <a:noFill/>
          </a:ln>
        </p:spPr>
        <p:txBody>
          <a:bodyPr rtlCol="0" anchor="ctr"/>
          <a:lstStyle/>
          <a:p>
            <a:pPr algn="ctr"/>
          </a:p>
        </p:txBody>
      </p:sp>
      <p:sp>
        <p:nvSpPr>
          <p:cNvPr id="130" name="!!canal_rd_L2"/>
          <p:cNvSpPr/>
          <p:nvPr/>
        </p:nvSpPr>
        <p:spPr>
          <a:xfrm>
            <a:off x="10336712" y="3302571"/>
            <a:ext cx="43180" cy="43180"/>
          </a:xfrm>
          <a:prstGeom prst="diamond">
            <a:avLst/>
          </a:prstGeom>
          <a:solidFill>
            <a:srgbClr val="5A5A5A"/>
          </a:solidFill>
          <a:ln>
            <a:noFill/>
          </a:ln>
        </p:spPr>
        <p:txBody>
          <a:bodyPr rtlCol="0" anchor="ctr"/>
          <a:lstStyle/>
          <a:p>
            <a:pPr algn="ctr"/>
          </a:p>
        </p:txBody>
      </p:sp>
      <p:sp>
        <p:nvSpPr>
          <p:cNvPr id="131" name="!!canal_rd_L3"/>
          <p:cNvSpPr/>
          <p:nvPr/>
        </p:nvSpPr>
        <p:spPr>
          <a:xfrm>
            <a:off x="10630009" y="3412480"/>
            <a:ext cx="43180" cy="43180"/>
          </a:xfrm>
          <a:prstGeom prst="diamond">
            <a:avLst/>
          </a:prstGeom>
          <a:solidFill>
            <a:srgbClr val="5A5A5A"/>
          </a:solidFill>
          <a:ln>
            <a:noFill/>
          </a:ln>
        </p:spPr>
        <p:txBody>
          <a:bodyPr rtlCol="0" anchor="ctr"/>
          <a:lstStyle/>
          <a:p>
            <a:pPr algn="ctr"/>
          </a:p>
        </p:txBody>
      </p:sp>
      <p:sp>
        <p:nvSpPr>
          <p:cNvPr id="132" name="!!canal_rd_L4"/>
          <p:cNvSpPr/>
          <p:nvPr/>
        </p:nvSpPr>
        <p:spPr>
          <a:xfrm>
            <a:off x="10923306" y="3239766"/>
            <a:ext cx="43180" cy="43180"/>
          </a:xfrm>
          <a:prstGeom prst="diamond">
            <a:avLst/>
          </a:prstGeom>
          <a:solidFill>
            <a:srgbClr val="5A5A5A"/>
          </a:solidFill>
          <a:ln>
            <a:noFill/>
          </a:ln>
        </p:spPr>
        <p:txBody>
          <a:bodyPr rtlCol="0" anchor="ctr"/>
          <a:lstStyle/>
          <a:p>
            <a:pPr algn="ctr"/>
          </a:p>
        </p:txBody>
      </p:sp>
      <p:sp>
        <p:nvSpPr>
          <p:cNvPr id="133" name="!!canal_rd_L5"/>
          <p:cNvSpPr/>
          <p:nvPr/>
        </p:nvSpPr>
        <p:spPr>
          <a:xfrm>
            <a:off x="11216603" y="3067051"/>
            <a:ext cx="43180" cy="43180"/>
          </a:xfrm>
          <a:prstGeom prst="diamond">
            <a:avLst/>
          </a:prstGeom>
          <a:solidFill>
            <a:srgbClr val="5A5A5A"/>
          </a:solidFill>
          <a:ln>
            <a:noFill/>
          </a:ln>
        </p:spPr>
        <p:txBody>
          <a:bodyPr rtlCol="0" anchor="ctr"/>
          <a:lstStyle/>
          <a:p>
            <a:pPr algn="ctr"/>
          </a:p>
        </p:txBody>
      </p:sp>
      <p:sp>
        <p:nvSpPr>
          <p:cNvPr id="134" name="!!canal_x_w_L6"/>
          <p:cNvSpPr/>
          <p:nvPr/>
        </p:nvSpPr>
        <p:spPr>
          <a:xfrm>
            <a:off x="11461612" y="1926264"/>
            <a:ext cx="63500" cy="63500"/>
          </a:xfrm>
          <a:prstGeom prst="ellipse">
            <a:avLst/>
          </a:prstGeom>
          <a:solidFill>
            <a:srgbClr val="FFFFFF"/>
          </a:solidFill>
          <a:ln w="12700">
            <a:solidFill>
              <a:srgbClr val="333333"/>
            </a:solidFill>
          </a:ln>
        </p:spPr>
        <p:txBody>
          <a:bodyPr rtlCol="0" anchor="ctr"/>
          <a:lstStyle/>
          <a:p>
            <a:pPr algn="ctr"/>
          </a:p>
        </p:txBody>
      </p:sp>
      <p:sp>
        <p:nvSpPr>
          <p:cNvPr id="135" name="!!canal_x_d_L6"/>
          <p:cNvSpPr/>
          <p:nvPr/>
        </p:nvSpPr>
        <p:spPr>
          <a:xfrm>
            <a:off x="11537869" y="3157326"/>
            <a:ext cx="63500" cy="63500"/>
          </a:xfrm>
          <a:prstGeom prst="ellipse">
            <a:avLst/>
          </a:prstGeom>
          <a:solidFill>
            <a:srgbClr val="FFFFFF"/>
          </a:solidFill>
          <a:ln w="12700">
            <a:solidFill>
              <a:srgbClr val="333333"/>
            </a:solidFill>
          </a:ln>
        </p:spPr>
        <p:txBody>
          <a:bodyPr rtlCol="0" anchor="ctr"/>
          <a:lstStyle/>
          <a:p>
            <a:pPr algn="ctr"/>
          </a:p>
        </p:txBody>
      </p:sp>
      <p:sp>
        <p:nvSpPr>
          <p:cNvPr id="136" name="!!canal_w_M20"/>
          <p:cNvSpPr/>
          <p:nvPr/>
        </p:nvSpPr>
        <p:spPr>
          <a:xfrm>
            <a:off x="7425330" y="2161909"/>
            <a:ext cx="3812863" cy="1515390"/>
          </a:xfrm>
          <a:custGeom>
            <a:avLst/>
            <a:gdLst/>
            <a:ahLst/>
            <a:cxnLst/>
            <a:rect l="l" t="t" r="r" b="b"/>
            <a:pathLst>
              <a:path w="3812863" h="1515390">
                <a:moveTo>
                  <a:pt x="0" y="189678"/>
                </a:moveTo>
                <a:lnTo>
                  <a:pt x="293297" y="400179"/>
                </a:lnTo>
                <a:lnTo>
                  <a:pt x="586594" y="290104"/>
                </a:lnTo>
                <a:lnTo>
                  <a:pt x="879891" y="176845"/>
                </a:lnTo>
                <a:lnTo>
                  <a:pt x="1173188" y="236688"/>
                </a:lnTo>
                <a:lnTo>
                  <a:pt x="1466486" y="363028"/>
                </a:lnTo>
                <a:lnTo>
                  <a:pt x="1613134" y="612978"/>
                </a:lnTo>
                <a:lnTo>
                  <a:pt x="1759783" y="955227"/>
                </a:lnTo>
                <a:lnTo>
                  <a:pt x="1818442" y="1289684"/>
                </a:lnTo>
                <a:lnTo>
                  <a:pt x="1877102" y="1365387"/>
                </a:lnTo>
                <a:lnTo>
                  <a:pt x="1935761" y="1476838"/>
                </a:lnTo>
                <a:lnTo>
                  <a:pt x="1994421" y="1503474"/>
                </a:lnTo>
                <a:lnTo>
                  <a:pt x="2053080" y="1515390"/>
                </a:lnTo>
                <a:lnTo>
                  <a:pt x="2111739" y="1461633"/>
                </a:lnTo>
                <a:lnTo>
                  <a:pt x="2170399" y="1391374"/>
                </a:lnTo>
                <a:lnTo>
                  <a:pt x="2229058" y="1370294"/>
                </a:lnTo>
                <a:lnTo>
                  <a:pt x="2287718" y="1099883"/>
                </a:lnTo>
                <a:lnTo>
                  <a:pt x="2346377" y="429726"/>
                </a:lnTo>
                <a:lnTo>
                  <a:pt x="2639674" y="327064"/>
                </a:lnTo>
                <a:lnTo>
                  <a:pt x="2932972" y="403502"/>
                </a:lnTo>
                <a:lnTo>
                  <a:pt x="3226269" y="255082"/>
                </a:lnTo>
                <a:lnTo>
                  <a:pt x="3519566" y="0"/>
                </a:lnTo>
                <a:lnTo>
                  <a:pt x="3812863" y="23195"/>
                </a:lnTo>
              </a:path>
            </a:pathLst>
          </a:custGeom>
          <a:noFill/>
          <a:ln w="15875">
            <a:solidFill>
              <a:srgbClr val="46659C"/>
            </a:solidFill>
            <a:round/>
          </a:ln>
        </p:spPr>
        <p:txBody>
          <a:bodyPr rtlCol="0" anchor="ctr"/>
          <a:lstStyle/>
          <a:p>
            <a:pPr algn="ctr"/>
          </a:p>
        </p:txBody>
      </p:sp>
      <p:sp>
        <p:nvSpPr>
          <p:cNvPr id="137" name="!!canal_w_M30"/>
          <p:cNvSpPr/>
          <p:nvPr/>
        </p:nvSpPr>
        <p:spPr>
          <a:xfrm>
            <a:off x="7425330" y="1937541"/>
            <a:ext cx="3812863" cy="1598955"/>
          </a:xfrm>
          <a:custGeom>
            <a:avLst/>
            <a:gdLst/>
            <a:ahLst/>
            <a:cxnLst/>
            <a:rect l="l" t="t" r="r" b="b"/>
            <a:pathLst>
              <a:path w="3812863" h="1598955">
                <a:moveTo>
                  <a:pt x="0" y="401238"/>
                </a:moveTo>
                <a:lnTo>
                  <a:pt x="293297" y="478399"/>
                </a:lnTo>
                <a:lnTo>
                  <a:pt x="586594" y="433527"/>
                </a:lnTo>
                <a:lnTo>
                  <a:pt x="879891" y="373519"/>
                </a:lnTo>
                <a:lnTo>
                  <a:pt x="1173188" y="337946"/>
                </a:lnTo>
                <a:lnTo>
                  <a:pt x="1466486" y="429332"/>
                </a:lnTo>
                <a:lnTo>
                  <a:pt x="1613134" y="832904"/>
                </a:lnTo>
                <a:lnTo>
                  <a:pt x="1759783" y="1135518"/>
                </a:lnTo>
                <a:lnTo>
                  <a:pt x="1818442" y="1387690"/>
                </a:lnTo>
                <a:lnTo>
                  <a:pt x="1877102" y="1514966"/>
                </a:lnTo>
                <a:lnTo>
                  <a:pt x="1935761" y="1551840"/>
                </a:lnTo>
                <a:lnTo>
                  <a:pt x="1994421" y="1598955"/>
                </a:lnTo>
                <a:lnTo>
                  <a:pt x="2053080" y="1577414"/>
                </a:lnTo>
                <a:lnTo>
                  <a:pt x="2111739" y="1498908"/>
                </a:lnTo>
                <a:lnTo>
                  <a:pt x="2170399" y="1433217"/>
                </a:lnTo>
                <a:lnTo>
                  <a:pt x="2229058" y="1438262"/>
                </a:lnTo>
                <a:lnTo>
                  <a:pt x="2287718" y="996751"/>
                </a:lnTo>
                <a:lnTo>
                  <a:pt x="2346377" y="506476"/>
                </a:lnTo>
                <a:lnTo>
                  <a:pt x="2639674" y="262760"/>
                </a:lnTo>
                <a:lnTo>
                  <a:pt x="2932972" y="336660"/>
                </a:lnTo>
                <a:lnTo>
                  <a:pt x="3226269" y="427894"/>
                </a:lnTo>
                <a:lnTo>
                  <a:pt x="3519566" y="313325"/>
                </a:lnTo>
                <a:lnTo>
                  <a:pt x="3812863" y="0"/>
                </a:lnTo>
              </a:path>
            </a:pathLst>
          </a:custGeom>
          <a:noFill/>
          <a:ln w="15875">
            <a:solidFill>
              <a:srgbClr val="7791BE"/>
            </a:solidFill>
            <a:round/>
          </a:ln>
        </p:spPr>
        <p:txBody>
          <a:bodyPr rtlCol="0" anchor="ctr"/>
          <a:lstStyle/>
          <a:p>
            <a:pPr algn="ctr"/>
          </a:p>
        </p:txBody>
      </p:sp>
      <p:sp>
        <p:nvSpPr>
          <p:cNvPr id="138" name="!!canal_w_m"/>
          <p:cNvSpPr/>
          <p:nvPr/>
        </p:nvSpPr>
        <p:spPr>
          <a:xfrm>
            <a:off x="7425330" y="1975292"/>
            <a:ext cx="3812863" cy="1620295"/>
          </a:xfrm>
          <a:custGeom>
            <a:avLst/>
            <a:gdLst/>
            <a:ahLst/>
            <a:cxnLst/>
            <a:rect l="l" t="t" r="r" b="b"/>
            <a:pathLst>
              <a:path w="3812863" h="1620295">
                <a:moveTo>
                  <a:pt x="0" y="346240"/>
                </a:moveTo>
                <a:lnTo>
                  <a:pt x="293297" y="425886"/>
                </a:lnTo>
                <a:lnTo>
                  <a:pt x="586594" y="314447"/>
                </a:lnTo>
                <a:lnTo>
                  <a:pt x="879891" y="258171"/>
                </a:lnTo>
                <a:lnTo>
                  <a:pt x="1173188" y="273688"/>
                </a:lnTo>
                <a:lnTo>
                  <a:pt x="1466486" y="382974"/>
                </a:lnTo>
                <a:lnTo>
                  <a:pt x="1613134" y="763996"/>
                </a:lnTo>
                <a:lnTo>
                  <a:pt x="1759783" y="1116621"/>
                </a:lnTo>
                <a:lnTo>
                  <a:pt x="1818442" y="1431300"/>
                </a:lnTo>
                <a:lnTo>
                  <a:pt x="1877102" y="1561093"/>
                </a:lnTo>
                <a:lnTo>
                  <a:pt x="1935761" y="1620295"/>
                </a:lnTo>
                <a:lnTo>
                  <a:pt x="1994421" y="1613538"/>
                </a:lnTo>
                <a:lnTo>
                  <a:pt x="2053080" y="1592566"/>
                </a:lnTo>
                <a:lnTo>
                  <a:pt x="2111739" y="1528635"/>
                </a:lnTo>
                <a:lnTo>
                  <a:pt x="2170399" y="1451891"/>
                </a:lnTo>
                <a:lnTo>
                  <a:pt x="2229058" y="1398206"/>
                </a:lnTo>
                <a:lnTo>
                  <a:pt x="2287718" y="1129946"/>
                </a:lnTo>
                <a:lnTo>
                  <a:pt x="2346377" y="381239"/>
                </a:lnTo>
                <a:lnTo>
                  <a:pt x="2639674" y="196133"/>
                </a:lnTo>
                <a:lnTo>
                  <a:pt x="2932972" y="244016"/>
                </a:lnTo>
                <a:lnTo>
                  <a:pt x="3226269" y="210853"/>
                </a:lnTo>
                <a:lnTo>
                  <a:pt x="3519566" y="142663"/>
                </a:lnTo>
                <a:lnTo>
                  <a:pt x="3812863" y="0"/>
                </a:lnTo>
              </a:path>
            </a:pathLst>
          </a:custGeom>
          <a:noFill/>
          <a:ln w="15875">
            <a:solidFill>
              <a:srgbClr val="A0B6DA"/>
            </a:solidFill>
            <a:round/>
          </a:ln>
        </p:spPr>
        <p:txBody>
          <a:bodyPr rtlCol="0" anchor="ctr"/>
          <a:lstStyle/>
          <a:p>
            <a:pPr algn="ctr"/>
          </a:p>
        </p:txBody>
      </p:sp>
      <p:sp>
        <p:nvSpPr>
          <p:cNvPr id="139" name="!!canal_w_M50"/>
          <p:cNvSpPr/>
          <p:nvPr/>
        </p:nvSpPr>
        <p:spPr>
          <a:xfrm>
            <a:off x="7425330" y="1908764"/>
            <a:ext cx="3812863" cy="1662886"/>
          </a:xfrm>
          <a:custGeom>
            <a:avLst/>
            <a:gdLst/>
            <a:ahLst/>
            <a:cxnLst/>
            <a:rect l="l" t="t" r="r" b="b"/>
            <a:pathLst>
              <a:path w="3812863" h="1662886">
                <a:moveTo>
                  <a:pt x="0" y="405461"/>
                </a:moveTo>
                <a:lnTo>
                  <a:pt x="293297" y="478485"/>
                </a:lnTo>
                <a:lnTo>
                  <a:pt x="586594" y="361873"/>
                </a:lnTo>
                <a:lnTo>
                  <a:pt x="879891" y="253720"/>
                </a:lnTo>
                <a:lnTo>
                  <a:pt x="1173188" y="329962"/>
                </a:lnTo>
                <a:lnTo>
                  <a:pt x="1466486" y="390550"/>
                </a:lnTo>
                <a:lnTo>
                  <a:pt x="1613134" y="769372"/>
                </a:lnTo>
                <a:lnTo>
                  <a:pt x="1759783" y="1139248"/>
                </a:lnTo>
                <a:lnTo>
                  <a:pt x="1818442" y="1440715"/>
                </a:lnTo>
                <a:lnTo>
                  <a:pt x="1877102" y="1567085"/>
                </a:lnTo>
                <a:lnTo>
                  <a:pt x="1935761" y="1641705"/>
                </a:lnTo>
                <a:lnTo>
                  <a:pt x="1994421" y="1662886"/>
                </a:lnTo>
                <a:lnTo>
                  <a:pt x="2053080" y="1642113"/>
                </a:lnTo>
                <a:lnTo>
                  <a:pt x="2111739" y="1576850"/>
                </a:lnTo>
                <a:lnTo>
                  <a:pt x="2170399" y="1460930"/>
                </a:lnTo>
                <a:lnTo>
                  <a:pt x="2229058" y="1384293"/>
                </a:lnTo>
                <a:lnTo>
                  <a:pt x="2287718" y="1035119"/>
                </a:lnTo>
                <a:lnTo>
                  <a:pt x="2346377" y="266527"/>
                </a:lnTo>
                <a:lnTo>
                  <a:pt x="2639674" y="125633"/>
                </a:lnTo>
                <a:lnTo>
                  <a:pt x="2932972" y="211495"/>
                </a:lnTo>
                <a:lnTo>
                  <a:pt x="3226269" y="238031"/>
                </a:lnTo>
                <a:lnTo>
                  <a:pt x="3519566" y="38421"/>
                </a:lnTo>
                <a:lnTo>
                  <a:pt x="3812863" y="0"/>
                </a:lnTo>
              </a:path>
            </a:pathLst>
          </a:custGeom>
          <a:noFill/>
          <a:ln w="15875">
            <a:solidFill>
              <a:srgbClr val="819AC4"/>
            </a:solidFill>
            <a:round/>
          </a:ln>
        </p:spPr>
        <p:txBody>
          <a:bodyPr rtlCol="0" anchor="ctr"/>
          <a:lstStyle/>
          <a:p>
            <a:pPr algn="ctr"/>
          </a:p>
        </p:txBody>
      </p:sp>
      <p:sp>
        <p:nvSpPr>
          <p:cNvPr id="140" name="!!canal_w_M60"/>
          <p:cNvSpPr/>
          <p:nvPr/>
        </p:nvSpPr>
        <p:spPr>
          <a:xfrm>
            <a:off x="7425330" y="1981929"/>
            <a:ext cx="3812863" cy="1580128"/>
          </a:xfrm>
          <a:custGeom>
            <a:avLst/>
            <a:gdLst/>
            <a:ahLst/>
            <a:cxnLst/>
            <a:rect l="l" t="t" r="r" b="b"/>
            <a:pathLst>
              <a:path w="3812863" h="1580128">
                <a:moveTo>
                  <a:pt x="0" y="360521"/>
                </a:moveTo>
                <a:lnTo>
                  <a:pt x="293297" y="450778"/>
                </a:lnTo>
                <a:lnTo>
                  <a:pt x="586594" y="361149"/>
                </a:lnTo>
                <a:lnTo>
                  <a:pt x="879891" y="251953"/>
                </a:lnTo>
                <a:lnTo>
                  <a:pt x="1173188" y="256839"/>
                </a:lnTo>
                <a:lnTo>
                  <a:pt x="1466486" y="365105"/>
                </a:lnTo>
                <a:lnTo>
                  <a:pt x="1613134" y="596055"/>
                </a:lnTo>
                <a:lnTo>
                  <a:pt x="1759783" y="1086940"/>
                </a:lnTo>
                <a:lnTo>
                  <a:pt x="1818442" y="1366665"/>
                </a:lnTo>
                <a:lnTo>
                  <a:pt x="1877102" y="1476775"/>
                </a:lnTo>
                <a:lnTo>
                  <a:pt x="1935761" y="1564648"/>
                </a:lnTo>
                <a:lnTo>
                  <a:pt x="1994421" y="1580128"/>
                </a:lnTo>
                <a:lnTo>
                  <a:pt x="2053080" y="1574534"/>
                </a:lnTo>
                <a:lnTo>
                  <a:pt x="2111739" y="1482781"/>
                </a:lnTo>
                <a:lnTo>
                  <a:pt x="2170399" y="1332733"/>
                </a:lnTo>
                <a:lnTo>
                  <a:pt x="2229058" y="1262714"/>
                </a:lnTo>
                <a:lnTo>
                  <a:pt x="2287718" y="954833"/>
                </a:lnTo>
                <a:lnTo>
                  <a:pt x="2346377" y="299230"/>
                </a:lnTo>
                <a:lnTo>
                  <a:pt x="2639674" y="0"/>
                </a:lnTo>
                <a:lnTo>
                  <a:pt x="2932972" y="156328"/>
                </a:lnTo>
                <a:lnTo>
                  <a:pt x="3226269" y="177147"/>
                </a:lnTo>
                <a:lnTo>
                  <a:pt x="3519566" y="102871"/>
                </a:lnTo>
                <a:lnTo>
                  <a:pt x="3812863" y="7583"/>
                </a:lnTo>
              </a:path>
            </a:pathLst>
          </a:custGeom>
          <a:noFill/>
          <a:ln w="15875">
            <a:solidFill>
              <a:srgbClr val="5D7AAC"/>
            </a:solidFill>
            <a:round/>
          </a:ln>
        </p:spPr>
        <p:txBody>
          <a:bodyPr rtlCol="0" anchor="ctr"/>
          <a:lstStyle/>
          <a:p>
            <a:pPr algn="ctr"/>
          </a:p>
        </p:txBody>
      </p:sp>
      <p:sp>
        <p:nvSpPr>
          <p:cNvPr id="141" name="!!canal_w_M70"/>
          <p:cNvSpPr/>
          <p:nvPr/>
        </p:nvSpPr>
        <p:spPr>
          <a:xfrm>
            <a:off x="7425330" y="1913390"/>
            <a:ext cx="3812863" cy="1653590"/>
          </a:xfrm>
          <a:custGeom>
            <a:avLst/>
            <a:gdLst/>
            <a:ahLst/>
            <a:cxnLst/>
            <a:rect l="l" t="t" r="r" b="b"/>
            <a:pathLst>
              <a:path w="3812863" h="1653590">
                <a:moveTo>
                  <a:pt x="0" y="331189"/>
                </a:moveTo>
                <a:lnTo>
                  <a:pt x="293297" y="565854"/>
                </a:lnTo>
                <a:lnTo>
                  <a:pt x="586594" y="482105"/>
                </a:lnTo>
                <a:lnTo>
                  <a:pt x="879891" y="364164"/>
                </a:lnTo>
                <a:lnTo>
                  <a:pt x="1173188" y="330642"/>
                </a:lnTo>
                <a:lnTo>
                  <a:pt x="1466486" y="389788"/>
                </a:lnTo>
                <a:lnTo>
                  <a:pt x="1613134" y="661384"/>
                </a:lnTo>
                <a:lnTo>
                  <a:pt x="1759783" y="1148119"/>
                </a:lnTo>
                <a:lnTo>
                  <a:pt x="1818442" y="1430499"/>
                </a:lnTo>
                <a:lnTo>
                  <a:pt x="1877102" y="1584291"/>
                </a:lnTo>
                <a:lnTo>
                  <a:pt x="1935761" y="1643901"/>
                </a:lnTo>
                <a:lnTo>
                  <a:pt x="1994421" y="1653590"/>
                </a:lnTo>
                <a:lnTo>
                  <a:pt x="2053080" y="1628801"/>
                </a:lnTo>
                <a:lnTo>
                  <a:pt x="2111739" y="1496191"/>
                </a:lnTo>
                <a:lnTo>
                  <a:pt x="2170399" y="1402287"/>
                </a:lnTo>
                <a:lnTo>
                  <a:pt x="2229058" y="1293338"/>
                </a:lnTo>
                <a:lnTo>
                  <a:pt x="2287718" y="1071250"/>
                </a:lnTo>
                <a:lnTo>
                  <a:pt x="2346377" y="378113"/>
                </a:lnTo>
                <a:lnTo>
                  <a:pt x="2639674" y="65751"/>
                </a:lnTo>
                <a:lnTo>
                  <a:pt x="2932972" y="95049"/>
                </a:lnTo>
                <a:lnTo>
                  <a:pt x="3226269" y="214148"/>
                </a:lnTo>
                <a:lnTo>
                  <a:pt x="3519566" y="137759"/>
                </a:lnTo>
                <a:lnTo>
                  <a:pt x="3812863" y="0"/>
                </a:lnTo>
              </a:path>
            </a:pathLst>
          </a:custGeom>
          <a:noFill/>
          <a:ln w="15875">
            <a:solidFill>
              <a:srgbClr val="345590"/>
            </a:solidFill>
            <a:round/>
          </a:ln>
        </p:spPr>
        <p:txBody>
          <a:bodyPr rtlCol="0" anchor="ctr"/>
          <a:lstStyle/>
          <a:p>
            <a:pPr algn="ctr"/>
          </a:p>
        </p:txBody>
      </p:sp>
      <p:sp>
        <p:nvSpPr>
          <p:cNvPr id="142" name="!!canal_w_M80"/>
          <p:cNvSpPr/>
          <p:nvPr/>
        </p:nvSpPr>
        <p:spPr>
          <a:xfrm>
            <a:off x="7425330" y="1837586"/>
            <a:ext cx="3812863" cy="1769109"/>
          </a:xfrm>
          <a:custGeom>
            <a:avLst/>
            <a:gdLst/>
            <a:ahLst/>
            <a:cxnLst/>
            <a:rect l="l" t="t" r="r" b="b"/>
            <a:pathLst>
              <a:path w="3812863" h="1769109">
                <a:moveTo>
                  <a:pt x="0" y="519251"/>
                </a:moveTo>
                <a:lnTo>
                  <a:pt x="293297" y="629660"/>
                </a:lnTo>
                <a:lnTo>
                  <a:pt x="586594" y="616046"/>
                </a:lnTo>
                <a:lnTo>
                  <a:pt x="879891" y="584487"/>
                </a:lnTo>
                <a:lnTo>
                  <a:pt x="1173188" y="465240"/>
                </a:lnTo>
                <a:lnTo>
                  <a:pt x="1466486" y="480506"/>
                </a:lnTo>
                <a:lnTo>
                  <a:pt x="1613134" y="907431"/>
                </a:lnTo>
                <a:lnTo>
                  <a:pt x="1759783" y="1243205"/>
                </a:lnTo>
                <a:lnTo>
                  <a:pt x="1818442" y="1514564"/>
                </a:lnTo>
                <a:lnTo>
                  <a:pt x="1877102" y="1642836"/>
                </a:lnTo>
                <a:lnTo>
                  <a:pt x="1935761" y="1715078"/>
                </a:lnTo>
                <a:lnTo>
                  <a:pt x="1994421" y="1760039"/>
                </a:lnTo>
                <a:lnTo>
                  <a:pt x="2053080" y="1769109"/>
                </a:lnTo>
                <a:lnTo>
                  <a:pt x="2111739" y="1689606"/>
                </a:lnTo>
                <a:lnTo>
                  <a:pt x="2170399" y="1547166"/>
                </a:lnTo>
                <a:lnTo>
                  <a:pt x="2229058" y="1454191"/>
                </a:lnTo>
                <a:lnTo>
                  <a:pt x="2287718" y="1175770"/>
                </a:lnTo>
                <a:lnTo>
                  <a:pt x="2346377" y="498048"/>
                </a:lnTo>
                <a:lnTo>
                  <a:pt x="2639674" y="121348"/>
                </a:lnTo>
                <a:lnTo>
                  <a:pt x="2932972" y="250659"/>
                </a:lnTo>
                <a:lnTo>
                  <a:pt x="3226269" y="214444"/>
                </a:lnTo>
                <a:lnTo>
                  <a:pt x="3519566" y="135937"/>
                </a:lnTo>
                <a:lnTo>
                  <a:pt x="3812863" y="0"/>
                </a:lnTo>
              </a:path>
            </a:pathLst>
          </a:custGeom>
          <a:noFill/>
          <a:ln w="15875">
            <a:solidFill>
              <a:srgbClr val="113578"/>
            </a:solidFill>
            <a:round/>
          </a:ln>
        </p:spPr>
        <p:txBody>
          <a:bodyPr rtlCol="0" anchor="ctr"/>
          <a:lstStyle/>
          <a:p>
            <a:pPr algn="ctr"/>
          </a:p>
        </p:txBody>
      </p:sp>
      <p:sp>
        <p:nvSpPr>
          <p:cNvPr id="143" name="!!canal_w_F20"/>
          <p:cNvSpPr/>
          <p:nvPr/>
        </p:nvSpPr>
        <p:spPr>
          <a:xfrm>
            <a:off x="7425330" y="2217220"/>
            <a:ext cx="3812863" cy="1573400"/>
          </a:xfrm>
          <a:custGeom>
            <a:avLst/>
            <a:gdLst/>
            <a:ahLst/>
            <a:cxnLst/>
            <a:rect l="l" t="t" r="r" b="b"/>
            <a:pathLst>
              <a:path w="3812863" h="1573400">
                <a:moveTo>
                  <a:pt x="0" y="310959"/>
                </a:moveTo>
                <a:lnTo>
                  <a:pt x="293297" y="451412"/>
                </a:lnTo>
                <a:lnTo>
                  <a:pt x="586594" y="369107"/>
                </a:lnTo>
                <a:lnTo>
                  <a:pt x="879891" y="272240"/>
                </a:lnTo>
                <a:lnTo>
                  <a:pt x="1173188" y="240872"/>
                </a:lnTo>
                <a:lnTo>
                  <a:pt x="1466486" y="383946"/>
                </a:lnTo>
                <a:lnTo>
                  <a:pt x="1613134" y="773411"/>
                </a:lnTo>
                <a:lnTo>
                  <a:pt x="1759783" y="1134663"/>
                </a:lnTo>
                <a:lnTo>
                  <a:pt x="1818442" y="1371484"/>
                </a:lnTo>
                <a:lnTo>
                  <a:pt x="1877102" y="1491622"/>
                </a:lnTo>
                <a:lnTo>
                  <a:pt x="1935761" y="1573400"/>
                </a:lnTo>
                <a:lnTo>
                  <a:pt x="1994421" y="1551135"/>
                </a:lnTo>
                <a:lnTo>
                  <a:pt x="2053080" y="1568289"/>
                </a:lnTo>
                <a:lnTo>
                  <a:pt x="2111739" y="1460599"/>
                </a:lnTo>
                <a:lnTo>
                  <a:pt x="2170399" y="1385892"/>
                </a:lnTo>
                <a:lnTo>
                  <a:pt x="2229058" y="1331041"/>
                </a:lnTo>
                <a:lnTo>
                  <a:pt x="2287718" y="1050321"/>
                </a:lnTo>
                <a:lnTo>
                  <a:pt x="2346377" y="552612"/>
                </a:lnTo>
                <a:lnTo>
                  <a:pt x="2639674" y="465091"/>
                </a:lnTo>
                <a:lnTo>
                  <a:pt x="2932972" y="470444"/>
                </a:lnTo>
                <a:lnTo>
                  <a:pt x="3226269" y="373519"/>
                </a:lnTo>
                <a:lnTo>
                  <a:pt x="3519566" y="154209"/>
                </a:lnTo>
                <a:lnTo>
                  <a:pt x="3812863" y="0"/>
                </a:lnTo>
              </a:path>
            </a:pathLst>
          </a:custGeom>
          <a:noFill/>
          <a:ln w="15875">
            <a:solidFill>
              <a:srgbClr val="A94855"/>
            </a:solidFill>
            <a:round/>
          </a:ln>
        </p:spPr>
        <p:txBody>
          <a:bodyPr rtlCol="0" anchor="ctr"/>
          <a:lstStyle/>
          <a:p>
            <a:pPr algn="ctr"/>
          </a:p>
        </p:txBody>
      </p:sp>
      <p:sp>
        <p:nvSpPr>
          <p:cNvPr id="144" name="!!canal_w_F30"/>
          <p:cNvSpPr/>
          <p:nvPr/>
        </p:nvSpPr>
        <p:spPr>
          <a:xfrm>
            <a:off x="7425330" y="2061362"/>
            <a:ext cx="3812863" cy="1595527"/>
          </a:xfrm>
          <a:custGeom>
            <a:avLst/>
            <a:gdLst/>
            <a:ahLst/>
            <a:cxnLst/>
            <a:rect l="l" t="t" r="r" b="b"/>
            <a:pathLst>
              <a:path w="3812863" h="1595527">
                <a:moveTo>
                  <a:pt x="0" y="462524"/>
                </a:moveTo>
                <a:lnTo>
                  <a:pt x="293297" y="564553"/>
                </a:lnTo>
                <a:lnTo>
                  <a:pt x="586594" y="481429"/>
                </a:lnTo>
                <a:lnTo>
                  <a:pt x="879891" y="382791"/>
                </a:lnTo>
                <a:lnTo>
                  <a:pt x="1173188" y="355588"/>
                </a:lnTo>
                <a:lnTo>
                  <a:pt x="1466486" y="519528"/>
                </a:lnTo>
                <a:lnTo>
                  <a:pt x="1613134" y="929377"/>
                </a:lnTo>
                <a:lnTo>
                  <a:pt x="1759783" y="1201841"/>
                </a:lnTo>
                <a:lnTo>
                  <a:pt x="1818442" y="1439669"/>
                </a:lnTo>
                <a:lnTo>
                  <a:pt x="1877102" y="1572437"/>
                </a:lnTo>
                <a:lnTo>
                  <a:pt x="1935761" y="1592064"/>
                </a:lnTo>
                <a:lnTo>
                  <a:pt x="1994421" y="1595527"/>
                </a:lnTo>
                <a:lnTo>
                  <a:pt x="2053080" y="1559738"/>
                </a:lnTo>
                <a:lnTo>
                  <a:pt x="2111739" y="1493931"/>
                </a:lnTo>
                <a:lnTo>
                  <a:pt x="2170399" y="1490467"/>
                </a:lnTo>
                <a:lnTo>
                  <a:pt x="2229058" y="1403879"/>
                </a:lnTo>
                <a:lnTo>
                  <a:pt x="2287718" y="1062146"/>
                </a:lnTo>
                <a:lnTo>
                  <a:pt x="2346377" y="345197"/>
                </a:lnTo>
                <a:lnTo>
                  <a:pt x="2639674" y="316551"/>
                </a:lnTo>
                <a:lnTo>
                  <a:pt x="2932972" y="420817"/>
                </a:lnTo>
                <a:lnTo>
                  <a:pt x="3226269" y="257455"/>
                </a:lnTo>
                <a:lnTo>
                  <a:pt x="3519566" y="0"/>
                </a:lnTo>
                <a:lnTo>
                  <a:pt x="3812863" y="168943"/>
                </a:lnTo>
              </a:path>
            </a:pathLst>
          </a:custGeom>
          <a:noFill/>
          <a:ln w="15875">
            <a:solidFill>
              <a:srgbClr val="C87782"/>
            </a:solidFill>
            <a:round/>
          </a:ln>
        </p:spPr>
        <p:txBody>
          <a:bodyPr rtlCol="0" anchor="ctr"/>
          <a:lstStyle/>
          <a:p>
            <a:pPr algn="ctr"/>
          </a:p>
        </p:txBody>
      </p:sp>
      <p:sp>
        <p:nvSpPr>
          <p:cNvPr id="145" name="!!canal_w_f"/>
          <p:cNvSpPr/>
          <p:nvPr/>
        </p:nvSpPr>
        <p:spPr>
          <a:xfrm>
            <a:off x="7425330" y="2172359"/>
            <a:ext cx="3812863" cy="1550844"/>
          </a:xfrm>
          <a:custGeom>
            <a:avLst/>
            <a:gdLst/>
            <a:ahLst/>
            <a:cxnLst/>
            <a:rect l="l" t="t" r="r" b="b"/>
            <a:pathLst>
              <a:path w="3812863" h="1550844">
                <a:moveTo>
                  <a:pt x="0" y="206006"/>
                </a:moveTo>
                <a:lnTo>
                  <a:pt x="293297" y="402346"/>
                </a:lnTo>
                <a:lnTo>
                  <a:pt x="586594" y="305543"/>
                </a:lnTo>
                <a:lnTo>
                  <a:pt x="879891" y="223416"/>
                </a:lnTo>
                <a:lnTo>
                  <a:pt x="1173188" y="232032"/>
                </a:lnTo>
                <a:lnTo>
                  <a:pt x="1466486" y="381386"/>
                </a:lnTo>
                <a:lnTo>
                  <a:pt x="1613134" y="628753"/>
                </a:lnTo>
                <a:lnTo>
                  <a:pt x="1759783" y="1176024"/>
                </a:lnTo>
                <a:lnTo>
                  <a:pt x="1818442" y="1410586"/>
                </a:lnTo>
                <a:lnTo>
                  <a:pt x="1877102" y="1502496"/>
                </a:lnTo>
                <a:lnTo>
                  <a:pt x="1935761" y="1542706"/>
                </a:lnTo>
                <a:lnTo>
                  <a:pt x="1994421" y="1550844"/>
                </a:lnTo>
                <a:lnTo>
                  <a:pt x="2053080" y="1520128"/>
                </a:lnTo>
                <a:lnTo>
                  <a:pt x="2111739" y="1513241"/>
                </a:lnTo>
                <a:lnTo>
                  <a:pt x="2170399" y="1382274"/>
                </a:lnTo>
                <a:lnTo>
                  <a:pt x="2229058" y="1377077"/>
                </a:lnTo>
                <a:lnTo>
                  <a:pt x="2287718" y="1079327"/>
                </a:lnTo>
                <a:lnTo>
                  <a:pt x="2346377" y="462792"/>
                </a:lnTo>
                <a:lnTo>
                  <a:pt x="2639674" y="397637"/>
                </a:lnTo>
                <a:lnTo>
                  <a:pt x="2932972" y="322216"/>
                </a:lnTo>
                <a:lnTo>
                  <a:pt x="3226269" y="300007"/>
                </a:lnTo>
                <a:lnTo>
                  <a:pt x="3519566" y="0"/>
                </a:lnTo>
                <a:lnTo>
                  <a:pt x="3812863" y="77187"/>
                </a:lnTo>
              </a:path>
            </a:pathLst>
          </a:custGeom>
          <a:noFill/>
          <a:ln w="15875">
            <a:solidFill>
              <a:srgbClr val="E3A0AA"/>
            </a:solidFill>
            <a:round/>
          </a:ln>
        </p:spPr>
        <p:txBody>
          <a:bodyPr rtlCol="0" anchor="ctr"/>
          <a:lstStyle/>
          <a:p>
            <a:pPr algn="ctr"/>
          </a:p>
        </p:txBody>
      </p:sp>
      <p:sp>
        <p:nvSpPr>
          <p:cNvPr id="146" name="!!canal_w_F50"/>
          <p:cNvSpPr/>
          <p:nvPr/>
        </p:nvSpPr>
        <p:spPr>
          <a:xfrm>
            <a:off x="7425330" y="2128263"/>
            <a:ext cx="3812863" cy="1562507"/>
          </a:xfrm>
          <a:custGeom>
            <a:avLst/>
            <a:gdLst/>
            <a:ahLst/>
            <a:cxnLst/>
            <a:rect l="l" t="t" r="r" b="b"/>
            <a:pathLst>
              <a:path w="3812863" h="1562507">
                <a:moveTo>
                  <a:pt x="0" y="334062"/>
                </a:moveTo>
                <a:lnTo>
                  <a:pt x="293297" y="481297"/>
                </a:lnTo>
                <a:lnTo>
                  <a:pt x="586594" y="393170"/>
                </a:lnTo>
                <a:lnTo>
                  <a:pt x="879891" y="330765"/>
                </a:lnTo>
                <a:lnTo>
                  <a:pt x="1173188" y="276302"/>
                </a:lnTo>
                <a:lnTo>
                  <a:pt x="1466486" y="439169"/>
                </a:lnTo>
                <a:lnTo>
                  <a:pt x="1613134" y="706786"/>
                </a:lnTo>
                <a:lnTo>
                  <a:pt x="1759783" y="1163514"/>
                </a:lnTo>
                <a:lnTo>
                  <a:pt x="1818442" y="1413949"/>
                </a:lnTo>
                <a:lnTo>
                  <a:pt x="1877102" y="1512392"/>
                </a:lnTo>
                <a:lnTo>
                  <a:pt x="1935761" y="1562507"/>
                </a:lnTo>
                <a:lnTo>
                  <a:pt x="1994421" y="1560953"/>
                </a:lnTo>
                <a:lnTo>
                  <a:pt x="2053080" y="1552208"/>
                </a:lnTo>
                <a:lnTo>
                  <a:pt x="2111739" y="1481857"/>
                </a:lnTo>
                <a:lnTo>
                  <a:pt x="2170399" y="1417768"/>
                </a:lnTo>
                <a:lnTo>
                  <a:pt x="2229058" y="1313417"/>
                </a:lnTo>
                <a:lnTo>
                  <a:pt x="2287718" y="978427"/>
                </a:lnTo>
                <a:lnTo>
                  <a:pt x="2346377" y="282225"/>
                </a:lnTo>
                <a:lnTo>
                  <a:pt x="2639674" y="189928"/>
                </a:lnTo>
                <a:lnTo>
                  <a:pt x="2932972" y="240213"/>
                </a:lnTo>
                <a:lnTo>
                  <a:pt x="3226269" y="225451"/>
                </a:lnTo>
                <a:lnTo>
                  <a:pt x="3519566" y="46269"/>
                </a:lnTo>
                <a:lnTo>
                  <a:pt x="3812863" y="0"/>
                </a:lnTo>
              </a:path>
            </a:pathLst>
          </a:custGeom>
          <a:noFill/>
          <a:ln w="15875">
            <a:solidFill>
              <a:srgbClr val="D0838E"/>
            </a:solidFill>
            <a:round/>
          </a:ln>
        </p:spPr>
        <p:txBody>
          <a:bodyPr rtlCol="0" anchor="ctr"/>
          <a:lstStyle/>
          <a:p>
            <a:pPr algn="ctr"/>
          </a:p>
        </p:txBody>
      </p:sp>
      <p:sp>
        <p:nvSpPr>
          <p:cNvPr id="147" name="!!canal_w_F60"/>
          <p:cNvSpPr/>
          <p:nvPr/>
        </p:nvSpPr>
        <p:spPr>
          <a:xfrm>
            <a:off x="7425330" y="2153509"/>
            <a:ext cx="3812863" cy="1553036"/>
          </a:xfrm>
          <a:custGeom>
            <a:avLst/>
            <a:gdLst/>
            <a:ahLst/>
            <a:cxnLst/>
            <a:rect l="l" t="t" r="r" b="b"/>
            <a:pathLst>
              <a:path w="3812863" h="1553036">
                <a:moveTo>
                  <a:pt x="0" y="303328"/>
                </a:moveTo>
                <a:lnTo>
                  <a:pt x="293297" y="406392"/>
                </a:lnTo>
                <a:lnTo>
                  <a:pt x="586594" y="365106"/>
                </a:lnTo>
                <a:lnTo>
                  <a:pt x="879891" y="259777"/>
                </a:lnTo>
                <a:lnTo>
                  <a:pt x="1173188" y="227471"/>
                </a:lnTo>
                <a:lnTo>
                  <a:pt x="1466486" y="333691"/>
                </a:lnTo>
                <a:lnTo>
                  <a:pt x="1613134" y="682395"/>
                </a:lnTo>
                <a:lnTo>
                  <a:pt x="1759783" y="1125976"/>
                </a:lnTo>
                <a:lnTo>
                  <a:pt x="1818442" y="1395334"/>
                </a:lnTo>
                <a:lnTo>
                  <a:pt x="1877102" y="1457200"/>
                </a:lnTo>
                <a:lnTo>
                  <a:pt x="1935761" y="1553036"/>
                </a:lnTo>
                <a:lnTo>
                  <a:pt x="1994421" y="1535284"/>
                </a:lnTo>
                <a:lnTo>
                  <a:pt x="2053080" y="1536739"/>
                </a:lnTo>
                <a:lnTo>
                  <a:pt x="2111739" y="1451530"/>
                </a:lnTo>
                <a:lnTo>
                  <a:pt x="2170399" y="1334798"/>
                </a:lnTo>
                <a:lnTo>
                  <a:pt x="2229058" y="1242616"/>
                </a:lnTo>
                <a:lnTo>
                  <a:pt x="2287718" y="1021708"/>
                </a:lnTo>
                <a:lnTo>
                  <a:pt x="2346377" y="339258"/>
                </a:lnTo>
                <a:lnTo>
                  <a:pt x="2639674" y="160769"/>
                </a:lnTo>
                <a:lnTo>
                  <a:pt x="2932972" y="317907"/>
                </a:lnTo>
                <a:lnTo>
                  <a:pt x="3226269" y="261560"/>
                </a:lnTo>
                <a:lnTo>
                  <a:pt x="3519566" y="130712"/>
                </a:lnTo>
                <a:lnTo>
                  <a:pt x="3812863" y="0"/>
                </a:lnTo>
              </a:path>
            </a:pathLst>
          </a:custGeom>
          <a:noFill/>
          <a:ln w="15875">
            <a:solidFill>
              <a:srgbClr val="B65B68"/>
            </a:solidFill>
            <a:round/>
          </a:ln>
        </p:spPr>
        <p:txBody>
          <a:bodyPr rtlCol="0" anchor="ctr"/>
          <a:lstStyle/>
          <a:p>
            <a:pPr algn="ctr"/>
          </a:p>
        </p:txBody>
      </p:sp>
      <p:sp>
        <p:nvSpPr>
          <p:cNvPr id="148" name="!!canal_w_F70"/>
          <p:cNvSpPr/>
          <p:nvPr/>
        </p:nvSpPr>
        <p:spPr>
          <a:xfrm>
            <a:off x="7425330" y="2114281"/>
            <a:ext cx="3812863" cy="1570442"/>
          </a:xfrm>
          <a:custGeom>
            <a:avLst/>
            <a:gdLst/>
            <a:ahLst/>
            <a:cxnLst/>
            <a:rect l="l" t="t" r="r" b="b"/>
            <a:pathLst>
              <a:path w="3812863" h="1570442">
                <a:moveTo>
                  <a:pt x="0" y="254165"/>
                </a:moveTo>
                <a:lnTo>
                  <a:pt x="293297" y="520332"/>
                </a:lnTo>
                <a:lnTo>
                  <a:pt x="586594" y="451369"/>
                </a:lnTo>
                <a:lnTo>
                  <a:pt x="879891" y="325889"/>
                </a:lnTo>
                <a:lnTo>
                  <a:pt x="1173188" y="263647"/>
                </a:lnTo>
                <a:lnTo>
                  <a:pt x="1466486" y="386919"/>
                </a:lnTo>
                <a:lnTo>
                  <a:pt x="1613134" y="697995"/>
                </a:lnTo>
                <a:lnTo>
                  <a:pt x="1759783" y="1156542"/>
                </a:lnTo>
                <a:lnTo>
                  <a:pt x="1818442" y="1393269"/>
                </a:lnTo>
                <a:lnTo>
                  <a:pt x="1877102" y="1498083"/>
                </a:lnTo>
                <a:lnTo>
                  <a:pt x="1935761" y="1569624"/>
                </a:lnTo>
                <a:lnTo>
                  <a:pt x="1994421" y="1570442"/>
                </a:lnTo>
                <a:lnTo>
                  <a:pt x="2053080" y="1548923"/>
                </a:lnTo>
                <a:lnTo>
                  <a:pt x="2111739" y="1446446"/>
                </a:lnTo>
                <a:lnTo>
                  <a:pt x="2170399" y="1351302"/>
                </a:lnTo>
                <a:lnTo>
                  <a:pt x="2229058" y="1297254"/>
                </a:lnTo>
                <a:lnTo>
                  <a:pt x="2287718" y="1053293"/>
                </a:lnTo>
                <a:lnTo>
                  <a:pt x="2346377" y="465253"/>
                </a:lnTo>
                <a:lnTo>
                  <a:pt x="2639674" y="151329"/>
                </a:lnTo>
                <a:lnTo>
                  <a:pt x="2932972" y="217736"/>
                </a:lnTo>
                <a:lnTo>
                  <a:pt x="3226269" y="196252"/>
                </a:lnTo>
                <a:lnTo>
                  <a:pt x="3519566" y="143570"/>
                </a:lnTo>
                <a:lnTo>
                  <a:pt x="3812863" y="0"/>
                </a:lnTo>
              </a:path>
            </a:pathLst>
          </a:custGeom>
          <a:noFill/>
          <a:ln w="15875">
            <a:solidFill>
              <a:srgbClr val="99303E"/>
            </a:solidFill>
            <a:round/>
          </a:ln>
        </p:spPr>
        <p:txBody>
          <a:bodyPr rtlCol="0" anchor="ctr"/>
          <a:lstStyle/>
          <a:p>
            <a:pPr algn="ctr"/>
          </a:p>
        </p:txBody>
      </p:sp>
      <p:sp>
        <p:nvSpPr>
          <p:cNvPr id="149" name="!!canal_w_F80"/>
          <p:cNvSpPr/>
          <p:nvPr/>
        </p:nvSpPr>
        <p:spPr>
          <a:xfrm>
            <a:off x="7425330" y="2028503"/>
            <a:ext cx="3812863" cy="1651216"/>
          </a:xfrm>
          <a:custGeom>
            <a:avLst/>
            <a:gdLst/>
            <a:ahLst/>
            <a:cxnLst/>
            <a:rect l="l" t="t" r="r" b="b"/>
            <a:pathLst>
              <a:path w="3812863" h="1651216">
                <a:moveTo>
                  <a:pt x="0" y="323860"/>
                </a:moveTo>
                <a:lnTo>
                  <a:pt x="293297" y="529415"/>
                </a:lnTo>
                <a:lnTo>
                  <a:pt x="586594" y="525173"/>
                </a:lnTo>
                <a:lnTo>
                  <a:pt x="879891" y="449260"/>
                </a:lnTo>
                <a:lnTo>
                  <a:pt x="1173188" y="408535"/>
                </a:lnTo>
                <a:lnTo>
                  <a:pt x="1466486" y="491775"/>
                </a:lnTo>
                <a:lnTo>
                  <a:pt x="1613134" y="894009"/>
                </a:lnTo>
                <a:lnTo>
                  <a:pt x="1759783" y="1200328"/>
                </a:lnTo>
                <a:lnTo>
                  <a:pt x="1818442" y="1510627"/>
                </a:lnTo>
                <a:lnTo>
                  <a:pt x="1877102" y="1537888"/>
                </a:lnTo>
                <a:lnTo>
                  <a:pt x="1935761" y="1584739"/>
                </a:lnTo>
                <a:lnTo>
                  <a:pt x="1994421" y="1651216"/>
                </a:lnTo>
                <a:lnTo>
                  <a:pt x="2053080" y="1604286"/>
                </a:lnTo>
                <a:lnTo>
                  <a:pt x="2111739" y="1481892"/>
                </a:lnTo>
                <a:lnTo>
                  <a:pt x="2170399" y="1265377"/>
                </a:lnTo>
                <a:lnTo>
                  <a:pt x="2229058" y="1301826"/>
                </a:lnTo>
                <a:lnTo>
                  <a:pt x="2287718" y="1014717"/>
                </a:lnTo>
                <a:lnTo>
                  <a:pt x="2346377" y="373207"/>
                </a:lnTo>
                <a:lnTo>
                  <a:pt x="2639674" y="193806"/>
                </a:lnTo>
                <a:lnTo>
                  <a:pt x="2932972" y="299935"/>
                </a:lnTo>
                <a:lnTo>
                  <a:pt x="3226269" y="366338"/>
                </a:lnTo>
                <a:lnTo>
                  <a:pt x="3519566" y="0"/>
                </a:lnTo>
                <a:lnTo>
                  <a:pt x="3812863" y="149464"/>
                </a:lnTo>
              </a:path>
            </a:pathLst>
          </a:custGeom>
          <a:noFill/>
          <a:ln w="15875">
            <a:solidFill>
              <a:srgbClr val="7E0716"/>
            </a:solidFill>
            <a:round/>
          </a:ln>
        </p:spPr>
        <p:txBody>
          <a:bodyPr rtlCol="0" anchor="ctr"/>
          <a:lstStyle/>
          <a:p>
            <a:pPr algn="ctr"/>
          </a:p>
        </p:txBody>
      </p:sp>
      <p:pic>
        <p:nvPicPr>
          <p:cNvPr id="150" name="!!body_phantom" descr="Benzel's vertebra drawing, laid over the lines so none hides it."/>
          <p:cNvPicPr>
            <a:picLocks noChangeAspect="1"/>
          </p:cNvPicPr>
          <p:nvPr/>
        </p:nvPicPr>
        <p:blipFill>
          <a:blip r:embed="rId4"/>
          <a:stretch>
            <a:fillRect/>
          </a:stretch>
        </p:blipFill>
        <p:spPr>
          <a:xfrm>
            <a:off x="3447555" y="1700244"/>
            <a:ext cx="900177" cy="934146"/>
          </a:xfrm>
          <a:prstGeom prst="rect">
            <a:avLst/>
          </a:prstGeom>
        </p:spPr>
      </p:pic>
      <p:pic>
        <p:nvPicPr>
          <p:cNvPr id="151" name="!!canal_phantom" descr="Benzel's vertebra drawing, laid over the lines so none hides it."/>
          <p:cNvPicPr>
            <a:picLocks noChangeAspect="1"/>
          </p:cNvPicPr>
          <p:nvPr/>
        </p:nvPicPr>
        <p:blipFill>
          <a:blip r:embed="rId5"/>
          <a:stretch>
            <a:fillRect/>
          </a:stretch>
        </p:blipFill>
        <p:spPr>
          <a:xfrm>
            <a:off x="8967612" y="1659910"/>
            <a:ext cx="891096" cy="80541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Each spine, its own fingerprint</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Each decade's width and depth as one curve; four spines built from one CT, widened and deepened to their decade's means, each lit with its line; then every line becomes a ridge.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Spines: one ENHANCE.PET 1.6k whole-body CT, its vertebrae scaled level by level.   Gold tiers 3 and 4: public CT, C2 to the sacrum in view.</a:t>
            </a:r>
          </a:p>
        </p:txBody>
      </p:sp>
      <p:pic>
        <p:nvPicPr>
          <p:cNvPr id="6" name="!!fingerprint_vide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377533" y="1420000"/>
            <a:ext cx="8894933" cy="38300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8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6"/>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More bodies in view, surer names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Synthetic spines from the measured population, all 32 measures, 200 fields a point: per cent of fields whose middle body is named exactly, by the bodies in view.</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Synthetic validation, bordercall records 2026-10-28; unpublished.   Gold tiers 3 and 4: public CT, C2 to the sacrum in view.</a:t>
            </a:r>
          </a:p>
        </p:txBody>
      </p:sp>
      <p:pic>
        <p:nvPicPr>
          <p:cNvPr id="6" name="!!fingerprint_video" descr="fingerprint_last.png"/>
          <p:cNvPicPr>
            <a:picLocks noChangeAspect="1"/>
          </p:cNvPicPr>
          <p:nvPr/>
        </p:nvPicPr>
        <p:blipFill>
          <a:blip r:embed="rId2"/>
          <a:stretch>
            <a:fillRect/>
          </a:stretch>
        </p:blipFill>
        <p:spPr>
          <a:xfrm>
            <a:off x="2377533" y="1420000"/>
            <a:ext cx="8894933" cy="3830000"/>
          </a:xfrm>
          <a:prstGeom prst="rect">
            <a:avLst/>
          </a:prstGeom>
        </p:spPr>
      </p:pic>
      <p:pic>
        <p:nvPicPr>
          <p:cNvPr id="7" name="!!bodies_plot" descr="Per cent of synthetic fields whose middle body is named exactly against the bodies in view, 1 to 9, for typical spines, six lumbar bodies and a thirteenth thoracic, all 32 measures."/>
          <p:cNvPicPr>
            <a:picLocks noChangeAspect="1"/>
          </p:cNvPicPr>
          <p:nvPr/>
        </p:nvPicPr>
        <p:blipFill>
          <a:blip r:embed="rId3"/>
          <a:stretch>
            <a:fillRect/>
          </a:stretch>
        </p:blipFill>
        <p:spPr>
          <a:xfrm>
            <a:off x="7031191" y="1420000"/>
            <a:ext cx="4241275" cy="3829999"/>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Panning up from the sacrum</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Patent pending.   X-ray frames made from one public whole-body CT the model never saw (ENHANCE.PET 1.6k).</a:t>
            </a:r>
          </a:p>
        </p:txBody>
      </p:sp>
      <p:pic>
        <p:nvPicPr>
          <p:cNvPr id="6" name="pan_vide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695444" y="1420000"/>
            <a:ext cx="8551111" cy="481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7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6"/>
                </p:tgtEl>
              </p:cMediaNode>
            </p:video>
          </p:childTnLst>
        </p:cTn>
      </p:par>
    </p:tnLst>
  </p:timing>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New Hero Medium</vt:lpstr>
      <vt:lpstr>Arial</vt:lpstr>
      <vt:lpstr>New Hero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 All Spines Are Created Equal</dc:title>
  <dc:creator>Gregory J. Schwing</dc:creator>
  <cp:lastModifiedBy>Gregory J. Schwing</cp:lastModifiedBy>
  <cp:revision>8</cp:revision>
  <dcterms:created xsi:type="dcterms:W3CDTF">2026-04-16T17:17:21Z</dcterms:created>
  <dcterms:modified xsi:type="dcterms:W3CDTF">2026-04-21T16:28:45Z</dcterms:modified>
  <dc:subject/>
  <cp:keywords/>
  <dc:description/>
  <cp:category/>
</cp:coreProperties>
</file>