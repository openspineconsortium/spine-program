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60" r:id="rId15"/>
    <p:sldId id="265" r:id="rId20"/>
    <p:sldId id="266" r:id="rId21"/>
    <p:sldId id="267" r:id="rId22"/>
    <p:sldId id="261" r:id="rId16"/>
    <p:sldId id="262" r:id="rId17"/>
    <p:sldId id="263" r:id="rId18"/>
    <p:sldId id="264" r:id="rId19"/>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Greg Schwing, a general surgery resident at Wayne State and the Detroit Medical Center. Not all spines are created equal, and the ones that are not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money. US malpractice payments for surgical never events reached 1.3 billion dollars, and one paid claim in four is wrong site. A closed wrong-site claim averages 136 thousand dollars, and spine leads that series. In litigated wrong-disc-level cases, 81 percent were paid. Nearly one spine surgeon in five has been sued for wrong level or side. The grey tiles are my own estimate: 420 to 1,900 wrong-level spine operations a year. And prevention costs too: a gold fiducial runs close to two thousand dollars a patient.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reason. This is one patient. A is the CT. C is the truth: six lumbar bodies, the lowest in red. B is the most widely used open-source segmenter. It has no sixth lumbar class, so it squeezes six bodies into five labels, and below L2 every label is one level off. It looks fine, and nothing warns you. Its L5 Dice is 0.94 on normal anatomy and 0.29 on lumbarization. Across 1,152 CTs it never once said L6. On the right is a six-lumbar spine from CTSpinoPelvic1K, the public dataset I built to measure this: 802 patients, 33 transitional spines. The model I released merges L5 and L6 in training, which fixes the junction and the sacrum. It can't yet tell four lumbar bodies from five.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five labels assume a textbook spine. This is the textbook: Benzel, chapter 1. Vertebral body width and depth on the left, the canal on the right, one line per level. These lines come from cadaveric series of ten to thirty specimens, and no spread is drawn. They cannot tell you whether the patient in front of you is unusual.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two plots. Black is Benzel, gray is Panjabi's twelve cadavers. Purple is 984 adults' whole-spine CTs, reweighted to his sex and age: the canal's width sits within a millimeter of his. And the textbook has no place for a thirteenth thoracic or a sixth lumbar: here they are.</a:t>
            </a:r>
          </a:p>
          <a:p>
            <a:r>
              <a:t>If asked: the canal is read on the CT itself, 0.7 mm from Panjabi's width on average. Each of his twelve specimens is matched to our adults of its sex within five years of its age, and the line is the mean of the twelve. T13 and L6 are every spine's means, since the series that holds the T13s records no sex.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canal, T11 to L5, this time with L5. Depth is a midsagittal chord at the pedicle, not a maximum extent, because that is what the normative series measure. It holds near 17 millimeters at every level. Width opens from 20 to 30. Every median sits inside Panjabi's interval, and now each level has its own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masks give the spinopelvic angles, in the 756 of 802 patients that pass the geometric gates. Pelvic incidence 52.1 degrees, against 52.1 and 53.4 in the two published supine CT series. Sacral slope 36.6, against 36.5 and 34.1. Pelvic tilt 15.5, against 15.6 and 19.2. The dashed line is standing film, a different posture. I call these provisional until the sacral plate comes from a substructure label, but the pelvis in these masks measures what published CT measures.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masks buy you? This. Masked CT goes in. Vertebrae come out: detected, predicted, classified, including the sixth lumbar vertebra the segmenter could not name. Each dot on the right is one vertebra, coloured by its true level, and the levels sort themselves. I am showing you what it does, not how. This part is unpublished work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The CT side is public: the data on Zenodo, the weights and code on GitHub. Thank you to the students and radiology residents who built it, and thank you for listening.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 it by sex. Men run 6 millimeters wider than women at L3, and his line sits between them.</a:t>
            </a:r>
          </a:p>
          <a:p>
            <a:r>
              <a:t>If asked: the men's and women's lines are the same matching over his men alone and his women alone; Panjabi gives no means by sex.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Tan's Chinese Singaporean cadavers, beside our adults of their age and build: smaller bodies, and a canal they measured a third shallower than Panjabi's.</a:t>
            </a:r>
          </a:p>
          <a:p>
            <a:r>
              <a:t>If asked: Tan reports no sex; our 73 adults inside their ranges of age, height and weight are 16 men. Tan's own comparison puts their canal 20 per cent narrower and 32 per cent shallower than Panjabi's, dry bone with a digitiser, so most of that gap is theirs, not the matching.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African American series measures these chords, so here are Alonge's Nigerian adults on CT: their canal depth about 2 millimeters under ours.</a:t>
            </a:r>
          </a:p>
          <a:p>
            <a:r>
              <a:t>If asked: of the published series I hold, African American spines appear only in the Hamann-Todd skeletons, measured at the pedicles, and in one disc-height study; neither gives these chords. Alonge's width is an interpedicular distance at the widest pedicle cut, which is why it climbs to L5; Panjabi's is the canal's widest 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5.xml"/><Relationship Id="rId4" Type="http://schemas.openxmlformats.org/officeDocument/2006/relationships/image" Target="../media/image20.png"/><Relationship Id="rId5"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7.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hyperlink" Target="https://github.com/OpenSpineConsortium/spinopelvic-seg" TargetMode="External"/><Relationship Id="rId4" Type="http://schemas.openxmlformats.org/officeDocument/2006/relationships/hyperlink" Target="https://huggingface.co/OpenSpineConsortium/spinopelvic-seg-checkpoints" TargetMode="Externa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1050000"/>
            <a:ext cx="6600000" cy="2200000"/>
          </a:xfrm>
        </p:spPr>
        <p:txBody>
          <a:bodyPr wrap="square"/>
          <a:lstStyle/>
          <a:p>
            <a:r>
              <a:rPr sz="2400" b="1">
                <a:solidFill>
                  <a:srgbClr val="FFFFFF"/>
                </a:solidFill>
              </a:rPr>
              <a:t>Not All Spines Are Created Equal: A Single-Shot CT Segmentation Model For Preoperative Detection Of Lumbar And Thoracic End Anomalies</a:t>
            </a:r>
          </a:p>
        </p:txBody>
      </p:sp>
      <p:sp>
        <p:nvSpPr>
          <p:cNvPr id="3" name="Subtitle 2"/>
          <p:cNvSpPr>
            <a:spLocks noGrp="1"/>
          </p:cNvSpPr>
          <p:nvPr>
            <p:ph type="subTitle" idx="1"/>
          </p:nvPr>
        </p:nvSpPr>
        <p:spPr>
          <a:xfrm>
            <a:off x="5185558" y="3350000"/>
            <a:ext cx="6600000" cy="900000"/>
          </a:xfrm>
        </p:spPr>
        <p:txBody>
          <a:bodyPr wrap="square"/>
          <a:lstStyle/>
          <a:p>
            <a:r>
              <a:rPr sz="2000">
                <a:solidFill>
                  <a:srgbClr val="FFFFFF"/>
                </a:solidFill>
              </a:rPr>
              <a:t>Gregory J. Schwing, MD, PhD</a:t>
            </a:r>
          </a:p>
          <a:p>
            <a:r>
              <a:rPr sz="1300">
                <a:solidFill>
                  <a:srgbClr val="FFFFFF"/>
                </a:solidFill>
              </a:rPr>
              <a:t>Department of General Surgery, Detroit Medical Center and Wayne State University, Detroit, MI</a:t>
            </a:r>
          </a:p>
        </p:txBody>
      </p:sp>
      <p:sp>
        <p:nvSpPr>
          <p:cNvPr id="4" name="Text Placeholder 3"/>
          <p:cNvSpPr>
            <a:spLocks noGrp="1"/>
          </p:cNvSpPr>
          <p:nvPr>
            <p:ph type="body" idx="10" sz="quarter"/>
          </p:nvPr>
        </p:nvSpPr>
        <p:spPr>
          <a:xfrm>
            <a:off x="5185558" y="4400000"/>
            <a:ext cx="6600000" cy="1800000"/>
          </a:xfrm>
        </p:spPr>
        <p:txBody>
          <a:bodyPr wrap="square"/>
          <a:lstStyle/>
          <a:p>
            <a:pPr>
              <a:spcAft>
                <a:spcPts val="500"/>
              </a:spcAft>
            </a:pPr>
            <a:r>
              <a:rPr sz="1200">
                <a:solidFill>
                  <a:srgbClr val="FFFFFF"/>
                </a:solidFill>
              </a:rPr>
              <a:t>CNS 2026 Annual Meeting, Washington, DC</a:t>
            </a:r>
          </a:p>
          <a:p>
            <a:pPr>
              <a:spcAft>
                <a:spcPts val="500"/>
              </a:spcAft>
            </a:pPr>
            <a:r>
              <a:rPr sz="1200">
                <a:solidFill>
                  <a:srgbClr val="FFFFFF"/>
                </a:solidFill>
              </a:rPr>
              <a:t>Mini Podium 4, Spine Session 1 (MP4SP1)  ·  Monday 2 November 2026, 5:21–6:00 PM  ·  Podium 4, Ballroom ABC</a:t>
            </a:r>
          </a:p>
          <a:p>
            <a:pPr>
              <a:spcAft>
                <a:spcPts val="500"/>
              </a:spcAft>
            </a:pPr>
            <a:r>
              <a:rPr sz="1200">
                <a:solidFill>
                  <a:srgbClr val="FFFFFF"/>
                </a:solidFill>
              </a:rPr>
              <a:t>Results from: Not All Spines Are Created Equal, NeurIPS 2026, Evaluations and Datasets track (accepted)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a wrong site costs, and what avoiding it costs</a:t>
            </a:r>
          </a:p>
        </p:txBody>
      </p:sp>
      <p:pic>
        <p:nvPicPr>
          <p:cNvPr id="3" name="Picture 2" descr="Published costs of wrong-site surgery and of the checks that prevent it."/>
          <p:cNvPicPr>
            <a:picLocks noChangeAspect="1"/>
          </p:cNvPicPr>
          <p:nvPr/>
        </p:nvPicPr>
        <p:blipFill>
          <a:blip r:embed="rId2"/>
          <a:stretch>
            <a:fillRect/>
          </a:stretch>
        </p:blipFill>
        <p:spPr>
          <a:xfrm>
            <a:off x="1750000" y="1420000"/>
            <a:ext cx="10150000" cy="4785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Mehtsun WT, et al. Surgery 2013;153:465.   Tan et al. Jt Comm J Qual Patient Saf 2023;49:265.   Bettis T, et al. Patient Saf Surg 2026.   Goodkin R, Laska LL. Surg Neurol 2004;61:323.   Mody MG, et al. Spine 2008;33:194.   Groff MW, et al. World Neurosurg 2013;79:585.   Machin JT, et al. Eur Spine J 2018;27:2693.   Harrison WD, et al. Ann R Coll Surg Engl 2015.   AJNR Am J Neuroradiol 2023;44:618.   Childers CP, Maggard-Gibbons M. JAMA Surg 2018;153:e176233.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CT, six lumbar bodies, and the labels slide a level</a:t>
            </a:r>
          </a:p>
        </p:txBody>
      </p:sp>
      <p:pic>
        <p:nvPicPr>
          <p:cNvPr id="3" name="Picture 2" descr="Coronal CT of one patient in three panels: plain CT; the segmenter's labels, shifted one level, with the sacrum and hips; the true labels, six lumbar bodies with the lowest in red."/>
          <p:cNvPicPr>
            <a:picLocks noChangeAspect="1"/>
          </p:cNvPicPr>
          <p:nvPr/>
        </p:nvPicPr>
        <p:blipFill>
          <a:blip r:embed="rId2"/>
          <a:stretch>
            <a:fillRect/>
          </a:stretch>
        </p:blipFill>
        <p:spPr>
          <a:xfrm>
            <a:off x="1750000" y="1420000"/>
            <a:ext cx="6984792" cy="3143996"/>
          </a:xfrm>
          <a:prstGeom prst="rect">
            <a:avLst/>
          </a:prstGeom>
        </p:spPr>
      </p:pic>
      <p:pic>
        <p:nvPicPr>
          <p:cNvPr id="4" name="Picture 3" descr="Three-dimensional view of a spine with six lumbar bodies, numbered 1 to 6, and the pelvis."/>
          <p:cNvPicPr>
            <a:picLocks noChangeAspect="1"/>
          </p:cNvPicPr>
          <p:nvPr/>
        </p:nvPicPr>
        <p:blipFill>
          <a:blip r:embed="rId3"/>
          <a:stretch>
            <a:fillRect/>
          </a:stretch>
        </p:blipFill>
        <p:spPr>
          <a:xfrm>
            <a:off x="8874792" y="1420000"/>
            <a:ext cx="3025205" cy="3143996"/>
          </a:xfrm>
          <a:prstGeom prst="rect">
            <a:avLst/>
          </a:prstGeom>
        </p:spPr>
      </p:pic>
      <p:sp>
        <p:nvSpPr>
          <p:cNvPr id="5" name="TextBox 4"/>
          <p:cNvSpPr txBox="1"/>
          <p:nvPr/>
        </p:nvSpPr>
        <p:spPr>
          <a:xfrm>
            <a:off x="1750000" y="4613996"/>
            <a:ext cx="10150000" cy="1036004"/>
          </a:xfrm>
          <a:prstGeom prst="rect">
            <a:avLst/>
          </a:prstGeom>
          <a:noFill/>
        </p:spPr>
        <p:txBody>
          <a:bodyPr wrap="square" lIns="0" rIns="0" tIns="0" bIns="0">
            <a:spAutoFit/>
          </a:bodyPr>
          <a:lstStyle/>
          <a:p>
            <a:pPr>
              <a:spcBef>
                <a:spcPts val="0"/>
              </a:spcBef>
              <a:spcAft>
                <a:spcPts val="0"/>
              </a:spcAft>
            </a:pPr>
            <a:r>
              <a:rPr sz="1400" b="0">
                <a:solidFill>
                  <a:srgbClr val="7A7A7A"/>
                </a:solidFill>
              </a:rPr>
              <a:t>A, CT. B, the segmenter's output. C, ground truth, six lumbar bodies. Right, a six-lumbar spine in 3-D (Castellvi IV).</a:t>
            </a:r>
          </a:p>
        </p:txBody>
      </p:sp>
      <p:sp>
        <p:nvSpPr>
          <p:cNvPr id="6" name="TextBox 5"/>
          <p:cNvSpPr txBox="1"/>
          <p:nvPr/>
        </p:nvSpPr>
        <p:spPr>
          <a:xfrm>
            <a:off x="1750000" y="4913996"/>
            <a:ext cx="10150000" cy="736004"/>
          </a:xfrm>
          <a:prstGeom prst="rect">
            <a:avLst/>
          </a:prstGeom>
          <a:noFill/>
        </p:spPr>
        <p:txBody>
          <a:bodyPr wrap="square" lIns="0" rIns="0" tIns="0" bIns="0">
            <a:spAutoFit/>
          </a:bodyPr>
          <a:lstStyle/>
          <a:p>
            <a:pPr>
              <a:spcBef>
                <a:spcPts val="0"/>
              </a:spcBef>
              <a:spcAft>
                <a:spcPts val="0"/>
              </a:spcAft>
            </a:pPr>
            <a:r>
              <a:rPr sz="2000" b="1">
                <a:solidFill>
                  <a:srgbClr val="191D63"/>
                </a:solidFill>
              </a:rPr>
              <a:t>L5 Dice 0.94 on normal anatomy, 0.29 on lumbarization.  L6 emitted: 0 of 1,152 CTs.</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Wasserthal J, et al. Radiol Artif Intell 2023;5:e230024.   Schwing GJ, et al. Not All Spines Are Created Equal: How CT Segmenters Fail on Lumbosacral Transitional Vertebrae. NeurIPS 2026 (accepted).   Dataset article: arXiv 2609.22760, Fig. 2.   CTSpinoPelvic1K, doi.org/10.5281/zenodo.22139642.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plot we learned from: one line per level</a:t>
            </a:r>
          </a:p>
        </p:txBody>
      </p:sp>
      <p:pic>
        <p:nvPicPr>
          <p:cNvPr id="3" name="Picture 2" descr="Textbook plot of vertebral body width and depth against spinal level, one line each, no spread."/>
          <p:cNvPicPr>
            <a:picLocks noChangeAspect="1"/>
          </p:cNvPicPr>
          <p:nvPr/>
        </p:nvPicPr>
        <p:blipFill>
          <a:blip r:embed="rId2"/>
          <a:stretch>
            <a:fillRect/>
          </a:stretch>
        </p:blipFill>
        <p:spPr>
          <a:xfrm>
            <a:off x="2377533" y="1420000"/>
            <a:ext cx="4203658" cy="3830000"/>
          </a:xfrm>
          <a:prstGeom prst="rect">
            <a:avLst/>
          </a:prstGeom>
        </p:spPr>
      </p:pic>
      <p:pic>
        <p:nvPicPr>
          <p:cNvPr id="4" name="Picture 3" descr="Textbook plot of spinal canal width and depth against spinal level, one line each, no spread."/>
          <p:cNvPicPr>
            <a:picLocks noChangeAspect="1"/>
          </p:cNvPicPr>
          <p:nvPr/>
        </p:nvPicPr>
        <p:blipFill>
          <a:blip r:embed="rId3"/>
          <a:stretch>
            <a:fillRect/>
          </a:stretch>
        </p:blipFill>
        <p:spPr>
          <a:xfrm>
            <a:off x="7031191" y="1420000"/>
            <a:ext cx="4241275" cy="3829999"/>
          </a:xfrm>
          <a:prstGeom prst="rect">
            <a:avLst/>
          </a:prstGeom>
        </p:spPr>
      </p:pic>
      <p:sp>
        <p:nvSpPr>
          <p:cNvPr id="5" name="TextBox 4"/>
          <p:cNvSpPr txBox="1"/>
          <p:nvPr/>
        </p:nvSpPr>
        <p:spPr>
          <a:xfrm>
            <a:off x="1750000" y="5300000"/>
            <a:ext cx="10150000" cy="350000"/>
          </a:xfrm>
          <a:prstGeom prst="rect">
            <a:avLst/>
          </a:prstGeom>
          <a:noFill/>
        </p:spPr>
        <p:txBody>
          <a:bodyPr wrap="square" lIns="0" rIns="0" tIns="0" bIns="0">
            <a:spAutoFit/>
          </a:bodyPr>
          <a:lstStyle/>
          <a:p>
            <a:pPr>
              <a:spcBef>
                <a:spcPts val="0"/>
              </a:spcBef>
              <a:spcAft>
                <a:spcPts val="0"/>
              </a:spcAft>
            </a:pPr>
            <a:r>
              <a:rPr sz="1400" b="0">
                <a:solidFill>
                  <a:srgbClr val="7A7A7A"/>
                </a:solidFill>
              </a:rPr>
              <a:t>Left, vertebral body diameter (Fig. 1.1). Right, spinal canal diameter (Fig. 1.9). Benzel 2015; permission pending.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chapter 1, Figs 1.1 and 1.9 (ISBN 978-1-60406-924-2). Figure data: Berry et al; Panjabi et al; White and Panjabi; Reynolds et al; McCormack et 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same plots, matched to Panjabi's cadavers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Black: Benzel, digitised (permission pending). Gray: Panjabi, 12 cadavers. Purple: 984 adults' whole-spine CTs reweighted to his sex and age. Width at the lower end plate, depth at the upper.</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body_base" descr="Benzel's vertebral body width and depth by level in black, with the gold tier means reweighted to Panjabi's sex and age in purple."/>
          <p:cNvPicPr>
            <a:picLocks noChangeAspect="1"/>
          </p:cNvPicPr>
          <p:nvPr/>
        </p:nvPicPr>
        <p:blipFill>
          <a:blip r:embed="rId4"/>
          <a:stretch>
            <a:fillRect/>
          </a:stretch>
        </p:blipFill>
        <p:spPr>
          <a:xfrm>
            <a:off x="2377533" y="1420000"/>
            <a:ext cx="4203658" cy="3830000"/>
          </a:xfrm>
          <a:prstGeom prst="rect">
            <a:avLst/>
          </a:prstGeom>
        </p:spPr>
      </p:pic>
      <p:pic>
        <p:nvPicPr>
          <p:cNvPr id="7" name="!!canal_base" descr="Benzel's spinal canal width and depth by level in black, with the gold tier's CT canal means reweighted to Panjabi's sex and age in purple."/>
          <p:cNvPicPr>
            <a:picLocks noChangeAspect="1"/>
          </p:cNvPicPr>
          <p:nvPr/>
        </p:nvPicPr>
        <p:blipFill>
          <a:blip r:embed="rId5"/>
          <a:stretch>
            <a:fillRect/>
          </a:stretch>
        </p:blipFill>
        <p:spPr>
          <a:xfrm>
            <a:off x="7031191" y="1420000"/>
            <a:ext cx="4241275" cy="3829999"/>
          </a:xfrm>
          <a:prstGeom prst="rect">
            <a:avLst/>
          </a:prstGeom>
        </p:spPr>
      </p:pic>
      <p:sp>
        <p:nvSpPr>
          <p:cNvPr id="3" name="!!body_rw"/>
          <p:cNvSpPr/>
          <p:nvPr/>
        </p:nvSpPr>
        <p:spPr>
          <a:xfrm>
            <a:off x="2975865" y="2127018"/>
            <a:ext cx="3083907" cy="1892020"/>
          </a:xfrm>
          <a:custGeom>
            <a:avLst/>
            <a:gdLst/>
            <a:ahLst/>
            <a:cxnLst/>
            <a:rect l="l" t="t" r="r" b="b"/>
            <a:pathLst>
              <a:path w="3083907" h="1892020">
                <a:moveTo>
                  <a:pt x="0" y="1880376"/>
                </a:moveTo>
                <a:lnTo>
                  <a:pt x="154196" y="1892020"/>
                </a:lnTo>
                <a:lnTo>
                  <a:pt x="308391" y="1752301"/>
                </a:lnTo>
                <a:lnTo>
                  <a:pt x="462586" y="1600940"/>
                </a:lnTo>
                <a:lnTo>
                  <a:pt x="616782" y="1519437"/>
                </a:lnTo>
                <a:lnTo>
                  <a:pt x="770977" y="1263287"/>
                </a:lnTo>
                <a:lnTo>
                  <a:pt x="925172" y="1286573"/>
                </a:lnTo>
                <a:lnTo>
                  <a:pt x="986850" y="1373897"/>
                </a:lnTo>
                <a:lnTo>
                  <a:pt x="1048529" y="1368076"/>
                </a:lnTo>
                <a:lnTo>
                  <a:pt x="1110207" y="1309860"/>
                </a:lnTo>
                <a:lnTo>
                  <a:pt x="1171885" y="1240000"/>
                </a:lnTo>
                <a:lnTo>
                  <a:pt x="1233563" y="1187606"/>
                </a:lnTo>
                <a:lnTo>
                  <a:pt x="1295241" y="1106104"/>
                </a:lnTo>
                <a:lnTo>
                  <a:pt x="1356919" y="960564"/>
                </a:lnTo>
                <a:lnTo>
                  <a:pt x="1418597" y="820845"/>
                </a:lnTo>
                <a:lnTo>
                  <a:pt x="1480275" y="605446"/>
                </a:lnTo>
                <a:lnTo>
                  <a:pt x="1541954" y="430798"/>
                </a:lnTo>
                <a:lnTo>
                  <a:pt x="1850344" y="360939"/>
                </a:lnTo>
                <a:lnTo>
                  <a:pt x="2158735" y="232864"/>
                </a:lnTo>
                <a:lnTo>
                  <a:pt x="2467125" y="87324"/>
                </a:lnTo>
                <a:lnTo>
                  <a:pt x="2775516" y="0"/>
                </a:lnTo>
                <a:lnTo>
                  <a:pt x="3083907" y="5821"/>
                </a:lnTo>
              </a:path>
            </a:pathLst>
          </a:custGeom>
          <a:noFill/>
          <a:ln w="11430">
            <a:solidFill>
              <a:srgbClr val="5A5A5A"/>
            </a:solidFill>
            <a:prstDash val="sysDot"/>
            <a:round/>
          </a:ln>
        </p:spPr>
        <p:txBody>
          <a:bodyPr rtlCol="0" anchor="ctr"/>
          <a:lstStyle/>
          <a:p>
            <a:pPr algn="ctr"/>
          </a:p>
        </p:txBody>
      </p:sp>
      <p:sp>
        <p:nvSpPr>
          <p:cNvPr id="8" name="!!body_rw_C3"/>
          <p:cNvSpPr/>
          <p:nvPr/>
        </p:nvSpPr>
        <p:spPr>
          <a:xfrm>
            <a:off x="2954275" y="3985804"/>
            <a:ext cx="43180" cy="43180"/>
          </a:xfrm>
          <a:prstGeom prst="diamond">
            <a:avLst/>
          </a:prstGeom>
          <a:solidFill>
            <a:srgbClr val="5A5A5A"/>
          </a:solidFill>
          <a:ln>
            <a:noFill/>
          </a:ln>
        </p:spPr>
        <p:txBody>
          <a:bodyPr rtlCol="0" anchor="ctr"/>
          <a:lstStyle/>
          <a:p>
            <a:pPr algn="ctr"/>
          </a:p>
        </p:txBody>
      </p:sp>
      <p:sp>
        <p:nvSpPr>
          <p:cNvPr id="9" name="!!body_rw_C4"/>
          <p:cNvSpPr/>
          <p:nvPr/>
        </p:nvSpPr>
        <p:spPr>
          <a:xfrm>
            <a:off x="3108471" y="3997448"/>
            <a:ext cx="43180" cy="43180"/>
          </a:xfrm>
          <a:prstGeom prst="diamond">
            <a:avLst/>
          </a:prstGeom>
          <a:solidFill>
            <a:srgbClr val="5A5A5A"/>
          </a:solidFill>
          <a:ln>
            <a:noFill/>
          </a:ln>
        </p:spPr>
        <p:txBody>
          <a:bodyPr rtlCol="0" anchor="ctr"/>
          <a:lstStyle/>
          <a:p>
            <a:pPr algn="ctr"/>
          </a:p>
        </p:txBody>
      </p:sp>
      <p:sp>
        <p:nvSpPr>
          <p:cNvPr id="10" name="!!body_rw_C5"/>
          <p:cNvSpPr/>
          <p:nvPr/>
        </p:nvSpPr>
        <p:spPr>
          <a:xfrm>
            <a:off x="3262666" y="3857729"/>
            <a:ext cx="43180" cy="43180"/>
          </a:xfrm>
          <a:prstGeom prst="diamond">
            <a:avLst/>
          </a:prstGeom>
          <a:solidFill>
            <a:srgbClr val="5A5A5A"/>
          </a:solidFill>
          <a:ln>
            <a:noFill/>
          </a:ln>
        </p:spPr>
        <p:txBody>
          <a:bodyPr rtlCol="0" anchor="ctr"/>
          <a:lstStyle/>
          <a:p>
            <a:pPr algn="ctr"/>
          </a:p>
        </p:txBody>
      </p:sp>
      <p:sp>
        <p:nvSpPr>
          <p:cNvPr id="11" name="!!body_rw_C6"/>
          <p:cNvSpPr/>
          <p:nvPr/>
        </p:nvSpPr>
        <p:spPr>
          <a:xfrm>
            <a:off x="3416861" y="3706368"/>
            <a:ext cx="43180" cy="43180"/>
          </a:xfrm>
          <a:prstGeom prst="diamond">
            <a:avLst/>
          </a:prstGeom>
          <a:solidFill>
            <a:srgbClr val="5A5A5A"/>
          </a:solidFill>
          <a:ln>
            <a:noFill/>
          </a:ln>
        </p:spPr>
        <p:txBody>
          <a:bodyPr rtlCol="0" anchor="ctr"/>
          <a:lstStyle/>
          <a:p>
            <a:pPr algn="ctr"/>
          </a:p>
        </p:txBody>
      </p:sp>
      <p:sp>
        <p:nvSpPr>
          <p:cNvPr id="12" name="!!body_rw_C7"/>
          <p:cNvSpPr/>
          <p:nvPr/>
        </p:nvSpPr>
        <p:spPr>
          <a:xfrm>
            <a:off x="3571057" y="3624865"/>
            <a:ext cx="43180" cy="43180"/>
          </a:xfrm>
          <a:prstGeom prst="diamond">
            <a:avLst/>
          </a:prstGeom>
          <a:solidFill>
            <a:srgbClr val="5A5A5A"/>
          </a:solidFill>
          <a:ln>
            <a:noFill/>
          </a:ln>
        </p:spPr>
        <p:txBody>
          <a:bodyPr rtlCol="0" anchor="ctr"/>
          <a:lstStyle/>
          <a:p>
            <a:pPr algn="ctr"/>
          </a:p>
        </p:txBody>
      </p:sp>
      <p:sp>
        <p:nvSpPr>
          <p:cNvPr id="13" name="!!body_rw_T1"/>
          <p:cNvSpPr/>
          <p:nvPr/>
        </p:nvSpPr>
        <p:spPr>
          <a:xfrm>
            <a:off x="3725252" y="3368715"/>
            <a:ext cx="43180" cy="43180"/>
          </a:xfrm>
          <a:prstGeom prst="diamond">
            <a:avLst/>
          </a:prstGeom>
          <a:solidFill>
            <a:srgbClr val="5A5A5A"/>
          </a:solidFill>
          <a:ln>
            <a:noFill/>
          </a:ln>
        </p:spPr>
        <p:txBody>
          <a:bodyPr rtlCol="0" anchor="ctr"/>
          <a:lstStyle/>
          <a:p>
            <a:pPr algn="ctr"/>
          </a:p>
        </p:txBody>
      </p:sp>
      <p:sp>
        <p:nvSpPr>
          <p:cNvPr id="14" name="!!body_rw_T2"/>
          <p:cNvSpPr/>
          <p:nvPr/>
        </p:nvSpPr>
        <p:spPr>
          <a:xfrm>
            <a:off x="3879447" y="3392001"/>
            <a:ext cx="43180" cy="43180"/>
          </a:xfrm>
          <a:prstGeom prst="diamond">
            <a:avLst/>
          </a:prstGeom>
          <a:solidFill>
            <a:srgbClr val="5A5A5A"/>
          </a:solidFill>
          <a:ln>
            <a:noFill/>
          </a:ln>
        </p:spPr>
        <p:txBody>
          <a:bodyPr rtlCol="0" anchor="ctr"/>
          <a:lstStyle/>
          <a:p>
            <a:pPr algn="ctr"/>
          </a:p>
        </p:txBody>
      </p:sp>
      <p:sp>
        <p:nvSpPr>
          <p:cNvPr id="15" name="!!body_rw_T3"/>
          <p:cNvSpPr/>
          <p:nvPr/>
        </p:nvSpPr>
        <p:spPr>
          <a:xfrm>
            <a:off x="3941125" y="3479325"/>
            <a:ext cx="43180" cy="43180"/>
          </a:xfrm>
          <a:prstGeom prst="diamond">
            <a:avLst/>
          </a:prstGeom>
          <a:solidFill>
            <a:srgbClr val="5A5A5A"/>
          </a:solidFill>
          <a:ln>
            <a:noFill/>
          </a:ln>
        </p:spPr>
        <p:txBody>
          <a:bodyPr rtlCol="0" anchor="ctr"/>
          <a:lstStyle/>
          <a:p>
            <a:pPr algn="ctr"/>
          </a:p>
        </p:txBody>
      </p:sp>
      <p:sp>
        <p:nvSpPr>
          <p:cNvPr id="16" name="!!body_rw_T4"/>
          <p:cNvSpPr/>
          <p:nvPr/>
        </p:nvSpPr>
        <p:spPr>
          <a:xfrm>
            <a:off x="4002804" y="3473504"/>
            <a:ext cx="43180" cy="43180"/>
          </a:xfrm>
          <a:prstGeom prst="diamond">
            <a:avLst/>
          </a:prstGeom>
          <a:solidFill>
            <a:srgbClr val="5A5A5A"/>
          </a:solidFill>
          <a:ln>
            <a:noFill/>
          </a:ln>
        </p:spPr>
        <p:txBody>
          <a:bodyPr rtlCol="0" anchor="ctr"/>
          <a:lstStyle/>
          <a:p>
            <a:pPr algn="ctr"/>
          </a:p>
        </p:txBody>
      </p:sp>
      <p:sp>
        <p:nvSpPr>
          <p:cNvPr id="17" name="!!body_rw_T5"/>
          <p:cNvSpPr/>
          <p:nvPr/>
        </p:nvSpPr>
        <p:spPr>
          <a:xfrm>
            <a:off x="4064482" y="3415288"/>
            <a:ext cx="43180" cy="43180"/>
          </a:xfrm>
          <a:prstGeom prst="diamond">
            <a:avLst/>
          </a:prstGeom>
          <a:solidFill>
            <a:srgbClr val="5A5A5A"/>
          </a:solidFill>
          <a:ln>
            <a:noFill/>
          </a:ln>
        </p:spPr>
        <p:txBody>
          <a:bodyPr rtlCol="0" anchor="ctr"/>
          <a:lstStyle/>
          <a:p>
            <a:pPr algn="ctr"/>
          </a:p>
        </p:txBody>
      </p:sp>
      <p:sp>
        <p:nvSpPr>
          <p:cNvPr id="18" name="!!body_rw_T6"/>
          <p:cNvSpPr/>
          <p:nvPr/>
        </p:nvSpPr>
        <p:spPr>
          <a:xfrm>
            <a:off x="4126160" y="3345428"/>
            <a:ext cx="43180" cy="43180"/>
          </a:xfrm>
          <a:prstGeom prst="diamond">
            <a:avLst/>
          </a:prstGeom>
          <a:solidFill>
            <a:srgbClr val="5A5A5A"/>
          </a:solidFill>
          <a:ln>
            <a:noFill/>
          </a:ln>
        </p:spPr>
        <p:txBody>
          <a:bodyPr rtlCol="0" anchor="ctr"/>
          <a:lstStyle/>
          <a:p>
            <a:pPr algn="ctr"/>
          </a:p>
        </p:txBody>
      </p:sp>
      <p:sp>
        <p:nvSpPr>
          <p:cNvPr id="19" name="!!body_rw_T7"/>
          <p:cNvSpPr/>
          <p:nvPr/>
        </p:nvSpPr>
        <p:spPr>
          <a:xfrm>
            <a:off x="4187838" y="3293034"/>
            <a:ext cx="43180" cy="43180"/>
          </a:xfrm>
          <a:prstGeom prst="diamond">
            <a:avLst/>
          </a:prstGeom>
          <a:solidFill>
            <a:srgbClr val="5A5A5A"/>
          </a:solidFill>
          <a:ln>
            <a:noFill/>
          </a:ln>
        </p:spPr>
        <p:txBody>
          <a:bodyPr rtlCol="0" anchor="ctr"/>
          <a:lstStyle/>
          <a:p>
            <a:pPr algn="ctr"/>
          </a:p>
        </p:txBody>
      </p:sp>
      <p:sp>
        <p:nvSpPr>
          <p:cNvPr id="20" name="!!body_rw_T8"/>
          <p:cNvSpPr/>
          <p:nvPr/>
        </p:nvSpPr>
        <p:spPr>
          <a:xfrm>
            <a:off x="4249516" y="3211532"/>
            <a:ext cx="43180" cy="43180"/>
          </a:xfrm>
          <a:prstGeom prst="diamond">
            <a:avLst/>
          </a:prstGeom>
          <a:solidFill>
            <a:srgbClr val="5A5A5A"/>
          </a:solidFill>
          <a:ln>
            <a:noFill/>
          </a:ln>
        </p:spPr>
        <p:txBody>
          <a:bodyPr rtlCol="0" anchor="ctr"/>
          <a:lstStyle/>
          <a:p>
            <a:pPr algn="ctr"/>
          </a:p>
        </p:txBody>
      </p:sp>
      <p:sp>
        <p:nvSpPr>
          <p:cNvPr id="21" name="!!body_rw_T9"/>
          <p:cNvSpPr/>
          <p:nvPr/>
        </p:nvSpPr>
        <p:spPr>
          <a:xfrm>
            <a:off x="4311194" y="3065992"/>
            <a:ext cx="43180" cy="43180"/>
          </a:xfrm>
          <a:prstGeom prst="diamond">
            <a:avLst/>
          </a:prstGeom>
          <a:solidFill>
            <a:srgbClr val="5A5A5A"/>
          </a:solidFill>
          <a:ln>
            <a:noFill/>
          </a:ln>
        </p:spPr>
        <p:txBody>
          <a:bodyPr rtlCol="0" anchor="ctr"/>
          <a:lstStyle/>
          <a:p>
            <a:pPr algn="ctr"/>
          </a:p>
        </p:txBody>
      </p:sp>
      <p:sp>
        <p:nvSpPr>
          <p:cNvPr id="22" name="!!body_rw_T10"/>
          <p:cNvSpPr/>
          <p:nvPr/>
        </p:nvSpPr>
        <p:spPr>
          <a:xfrm>
            <a:off x="4372872" y="2926273"/>
            <a:ext cx="43180" cy="43180"/>
          </a:xfrm>
          <a:prstGeom prst="diamond">
            <a:avLst/>
          </a:prstGeom>
          <a:solidFill>
            <a:srgbClr val="5A5A5A"/>
          </a:solidFill>
          <a:ln>
            <a:noFill/>
          </a:ln>
        </p:spPr>
        <p:txBody>
          <a:bodyPr rtlCol="0" anchor="ctr"/>
          <a:lstStyle/>
          <a:p>
            <a:pPr algn="ctr"/>
          </a:p>
        </p:txBody>
      </p:sp>
      <p:sp>
        <p:nvSpPr>
          <p:cNvPr id="23" name="!!body_rw_T11"/>
          <p:cNvSpPr/>
          <p:nvPr/>
        </p:nvSpPr>
        <p:spPr>
          <a:xfrm>
            <a:off x="4434550" y="2710874"/>
            <a:ext cx="43180" cy="43180"/>
          </a:xfrm>
          <a:prstGeom prst="diamond">
            <a:avLst/>
          </a:prstGeom>
          <a:solidFill>
            <a:srgbClr val="5A5A5A"/>
          </a:solidFill>
          <a:ln>
            <a:noFill/>
          </a:ln>
        </p:spPr>
        <p:txBody>
          <a:bodyPr rtlCol="0" anchor="ctr"/>
          <a:lstStyle/>
          <a:p>
            <a:pPr algn="ctr"/>
          </a:p>
        </p:txBody>
      </p:sp>
      <p:sp>
        <p:nvSpPr>
          <p:cNvPr id="24" name="!!body_rw_T12"/>
          <p:cNvSpPr/>
          <p:nvPr/>
        </p:nvSpPr>
        <p:spPr>
          <a:xfrm>
            <a:off x="4496229" y="2536226"/>
            <a:ext cx="43180" cy="43180"/>
          </a:xfrm>
          <a:prstGeom prst="diamond">
            <a:avLst/>
          </a:prstGeom>
          <a:solidFill>
            <a:srgbClr val="5A5A5A"/>
          </a:solidFill>
          <a:ln>
            <a:noFill/>
          </a:ln>
        </p:spPr>
        <p:txBody>
          <a:bodyPr rtlCol="0" anchor="ctr"/>
          <a:lstStyle/>
          <a:p>
            <a:pPr algn="ctr"/>
          </a:p>
        </p:txBody>
      </p:sp>
      <p:sp>
        <p:nvSpPr>
          <p:cNvPr id="25" name="!!body_rw_L1"/>
          <p:cNvSpPr/>
          <p:nvPr/>
        </p:nvSpPr>
        <p:spPr>
          <a:xfrm>
            <a:off x="4804619" y="2466367"/>
            <a:ext cx="43180" cy="43180"/>
          </a:xfrm>
          <a:prstGeom prst="diamond">
            <a:avLst/>
          </a:prstGeom>
          <a:solidFill>
            <a:srgbClr val="5A5A5A"/>
          </a:solidFill>
          <a:ln>
            <a:noFill/>
          </a:ln>
        </p:spPr>
        <p:txBody>
          <a:bodyPr rtlCol="0" anchor="ctr"/>
          <a:lstStyle/>
          <a:p>
            <a:pPr algn="ctr"/>
          </a:p>
        </p:txBody>
      </p:sp>
      <p:sp>
        <p:nvSpPr>
          <p:cNvPr id="26" name="!!body_rw_L2"/>
          <p:cNvSpPr/>
          <p:nvPr/>
        </p:nvSpPr>
        <p:spPr>
          <a:xfrm>
            <a:off x="5113010" y="2338292"/>
            <a:ext cx="43180" cy="43180"/>
          </a:xfrm>
          <a:prstGeom prst="diamond">
            <a:avLst/>
          </a:prstGeom>
          <a:solidFill>
            <a:srgbClr val="5A5A5A"/>
          </a:solidFill>
          <a:ln>
            <a:noFill/>
          </a:ln>
        </p:spPr>
        <p:txBody>
          <a:bodyPr rtlCol="0" anchor="ctr"/>
          <a:lstStyle/>
          <a:p>
            <a:pPr algn="ctr"/>
          </a:p>
        </p:txBody>
      </p:sp>
      <p:sp>
        <p:nvSpPr>
          <p:cNvPr id="27" name="!!body_rw_L3"/>
          <p:cNvSpPr/>
          <p:nvPr/>
        </p:nvSpPr>
        <p:spPr>
          <a:xfrm>
            <a:off x="5421400" y="2192752"/>
            <a:ext cx="43180" cy="43180"/>
          </a:xfrm>
          <a:prstGeom prst="diamond">
            <a:avLst/>
          </a:prstGeom>
          <a:solidFill>
            <a:srgbClr val="5A5A5A"/>
          </a:solidFill>
          <a:ln>
            <a:noFill/>
          </a:ln>
        </p:spPr>
        <p:txBody>
          <a:bodyPr rtlCol="0" anchor="ctr"/>
          <a:lstStyle/>
          <a:p>
            <a:pPr algn="ctr"/>
          </a:p>
        </p:txBody>
      </p:sp>
      <p:sp>
        <p:nvSpPr>
          <p:cNvPr id="28" name="!!body_rw_L4"/>
          <p:cNvSpPr/>
          <p:nvPr/>
        </p:nvSpPr>
        <p:spPr>
          <a:xfrm>
            <a:off x="5729791" y="2105428"/>
            <a:ext cx="43180" cy="43180"/>
          </a:xfrm>
          <a:prstGeom prst="diamond">
            <a:avLst/>
          </a:prstGeom>
          <a:solidFill>
            <a:srgbClr val="5A5A5A"/>
          </a:solidFill>
          <a:ln>
            <a:noFill/>
          </a:ln>
        </p:spPr>
        <p:txBody>
          <a:bodyPr rtlCol="0" anchor="ctr"/>
          <a:lstStyle/>
          <a:p>
            <a:pPr algn="ctr"/>
          </a:p>
        </p:txBody>
      </p:sp>
      <p:sp>
        <p:nvSpPr>
          <p:cNvPr id="29" name="!!body_rw_L5"/>
          <p:cNvSpPr/>
          <p:nvPr/>
        </p:nvSpPr>
        <p:spPr>
          <a:xfrm>
            <a:off x="6038182" y="2111249"/>
            <a:ext cx="43180" cy="43180"/>
          </a:xfrm>
          <a:prstGeom prst="diamond">
            <a:avLst/>
          </a:prstGeom>
          <a:solidFill>
            <a:srgbClr val="5A5A5A"/>
          </a:solidFill>
          <a:ln>
            <a:noFill/>
          </a:ln>
        </p:spPr>
        <p:txBody>
          <a:bodyPr rtlCol="0" anchor="ctr"/>
          <a:lstStyle/>
          <a:p>
            <a:pPr algn="ctr"/>
          </a:p>
        </p:txBody>
      </p:sp>
      <p:sp>
        <p:nvSpPr>
          <p:cNvPr id="30" name="!!body_rd"/>
          <p:cNvSpPr/>
          <p:nvPr/>
        </p:nvSpPr>
        <p:spPr>
          <a:xfrm>
            <a:off x="2975865" y="2942042"/>
            <a:ext cx="3083907" cy="1193428"/>
          </a:xfrm>
          <a:custGeom>
            <a:avLst/>
            <a:gdLst/>
            <a:ahLst/>
            <a:cxnLst/>
            <a:rect l="l" t="t" r="r" b="b"/>
            <a:pathLst>
              <a:path w="3083907" h="1193428">
                <a:moveTo>
                  <a:pt x="0" y="1193428"/>
                </a:moveTo>
                <a:lnTo>
                  <a:pt x="154196" y="1175963"/>
                </a:lnTo>
                <a:lnTo>
                  <a:pt x="308391" y="1181784"/>
                </a:lnTo>
                <a:lnTo>
                  <a:pt x="462586" y="1111925"/>
                </a:lnTo>
                <a:lnTo>
                  <a:pt x="616782" y="1012958"/>
                </a:lnTo>
                <a:lnTo>
                  <a:pt x="770977" y="989672"/>
                </a:lnTo>
                <a:lnTo>
                  <a:pt x="925172" y="925634"/>
                </a:lnTo>
                <a:lnTo>
                  <a:pt x="986850" y="745164"/>
                </a:lnTo>
                <a:lnTo>
                  <a:pt x="1048529" y="710235"/>
                </a:lnTo>
                <a:lnTo>
                  <a:pt x="1110207" y="652019"/>
                </a:lnTo>
                <a:lnTo>
                  <a:pt x="1171885" y="553052"/>
                </a:lnTo>
                <a:lnTo>
                  <a:pt x="1233563" y="471549"/>
                </a:lnTo>
                <a:lnTo>
                  <a:pt x="1295241" y="442441"/>
                </a:lnTo>
                <a:lnTo>
                  <a:pt x="1356919" y="360939"/>
                </a:lnTo>
                <a:lnTo>
                  <a:pt x="1418597" y="291080"/>
                </a:lnTo>
                <a:lnTo>
                  <a:pt x="1480275" y="209577"/>
                </a:lnTo>
                <a:lnTo>
                  <a:pt x="1541954" y="157183"/>
                </a:lnTo>
                <a:lnTo>
                  <a:pt x="1850344" y="81502"/>
                </a:lnTo>
                <a:lnTo>
                  <a:pt x="2158735" y="52394"/>
                </a:lnTo>
                <a:lnTo>
                  <a:pt x="2467125" y="17464"/>
                </a:lnTo>
                <a:lnTo>
                  <a:pt x="2775516" y="0"/>
                </a:lnTo>
                <a:lnTo>
                  <a:pt x="3083907" y="46572"/>
                </a:lnTo>
              </a:path>
            </a:pathLst>
          </a:custGeom>
          <a:noFill/>
          <a:ln w="11430">
            <a:solidFill>
              <a:srgbClr val="5A5A5A"/>
            </a:solidFill>
            <a:prstDash val="sysDot"/>
            <a:round/>
          </a:ln>
        </p:spPr>
        <p:txBody>
          <a:bodyPr rtlCol="0" anchor="ctr"/>
          <a:lstStyle/>
          <a:p>
            <a:pPr algn="ctr"/>
          </a:p>
        </p:txBody>
      </p:sp>
      <p:sp>
        <p:nvSpPr>
          <p:cNvPr id="31" name="!!body_rd_C3"/>
          <p:cNvSpPr/>
          <p:nvPr/>
        </p:nvSpPr>
        <p:spPr>
          <a:xfrm>
            <a:off x="2954275" y="4113880"/>
            <a:ext cx="43180" cy="43180"/>
          </a:xfrm>
          <a:prstGeom prst="diamond">
            <a:avLst/>
          </a:prstGeom>
          <a:solidFill>
            <a:srgbClr val="5A5A5A"/>
          </a:solidFill>
          <a:ln>
            <a:noFill/>
          </a:ln>
        </p:spPr>
        <p:txBody>
          <a:bodyPr rtlCol="0" anchor="ctr"/>
          <a:lstStyle/>
          <a:p>
            <a:pPr algn="ctr"/>
          </a:p>
        </p:txBody>
      </p:sp>
      <p:sp>
        <p:nvSpPr>
          <p:cNvPr id="32" name="!!body_rd_C4"/>
          <p:cNvSpPr/>
          <p:nvPr/>
        </p:nvSpPr>
        <p:spPr>
          <a:xfrm>
            <a:off x="3108471" y="4096415"/>
            <a:ext cx="43180" cy="43180"/>
          </a:xfrm>
          <a:prstGeom prst="diamond">
            <a:avLst/>
          </a:prstGeom>
          <a:solidFill>
            <a:srgbClr val="5A5A5A"/>
          </a:solidFill>
          <a:ln>
            <a:noFill/>
          </a:ln>
        </p:spPr>
        <p:txBody>
          <a:bodyPr rtlCol="0" anchor="ctr"/>
          <a:lstStyle/>
          <a:p>
            <a:pPr algn="ctr"/>
          </a:p>
        </p:txBody>
      </p:sp>
      <p:sp>
        <p:nvSpPr>
          <p:cNvPr id="33" name="!!body_rd_C5"/>
          <p:cNvSpPr/>
          <p:nvPr/>
        </p:nvSpPr>
        <p:spPr>
          <a:xfrm>
            <a:off x="3262666" y="4102236"/>
            <a:ext cx="43180" cy="43180"/>
          </a:xfrm>
          <a:prstGeom prst="diamond">
            <a:avLst/>
          </a:prstGeom>
          <a:solidFill>
            <a:srgbClr val="5A5A5A"/>
          </a:solidFill>
          <a:ln>
            <a:noFill/>
          </a:ln>
        </p:spPr>
        <p:txBody>
          <a:bodyPr rtlCol="0" anchor="ctr"/>
          <a:lstStyle/>
          <a:p>
            <a:pPr algn="ctr"/>
          </a:p>
        </p:txBody>
      </p:sp>
      <p:sp>
        <p:nvSpPr>
          <p:cNvPr id="34" name="!!body_rd_C6"/>
          <p:cNvSpPr/>
          <p:nvPr/>
        </p:nvSpPr>
        <p:spPr>
          <a:xfrm>
            <a:off x="3416861" y="4032377"/>
            <a:ext cx="43180" cy="43180"/>
          </a:xfrm>
          <a:prstGeom prst="diamond">
            <a:avLst/>
          </a:prstGeom>
          <a:solidFill>
            <a:srgbClr val="5A5A5A"/>
          </a:solidFill>
          <a:ln>
            <a:noFill/>
          </a:ln>
        </p:spPr>
        <p:txBody>
          <a:bodyPr rtlCol="0" anchor="ctr"/>
          <a:lstStyle/>
          <a:p>
            <a:pPr algn="ctr"/>
          </a:p>
        </p:txBody>
      </p:sp>
      <p:sp>
        <p:nvSpPr>
          <p:cNvPr id="35" name="!!body_rd_C7"/>
          <p:cNvSpPr/>
          <p:nvPr/>
        </p:nvSpPr>
        <p:spPr>
          <a:xfrm>
            <a:off x="3571057" y="3933410"/>
            <a:ext cx="43180" cy="43180"/>
          </a:xfrm>
          <a:prstGeom prst="diamond">
            <a:avLst/>
          </a:prstGeom>
          <a:solidFill>
            <a:srgbClr val="5A5A5A"/>
          </a:solidFill>
          <a:ln>
            <a:noFill/>
          </a:ln>
        </p:spPr>
        <p:txBody>
          <a:bodyPr rtlCol="0" anchor="ctr"/>
          <a:lstStyle/>
          <a:p>
            <a:pPr algn="ctr"/>
          </a:p>
        </p:txBody>
      </p:sp>
      <p:sp>
        <p:nvSpPr>
          <p:cNvPr id="36" name="!!body_rd_T1"/>
          <p:cNvSpPr/>
          <p:nvPr/>
        </p:nvSpPr>
        <p:spPr>
          <a:xfrm>
            <a:off x="3725252" y="3910124"/>
            <a:ext cx="43180" cy="43180"/>
          </a:xfrm>
          <a:prstGeom prst="diamond">
            <a:avLst/>
          </a:prstGeom>
          <a:solidFill>
            <a:srgbClr val="5A5A5A"/>
          </a:solidFill>
          <a:ln>
            <a:noFill/>
          </a:ln>
        </p:spPr>
        <p:txBody>
          <a:bodyPr rtlCol="0" anchor="ctr"/>
          <a:lstStyle/>
          <a:p>
            <a:pPr algn="ctr"/>
          </a:p>
        </p:txBody>
      </p:sp>
      <p:sp>
        <p:nvSpPr>
          <p:cNvPr id="37" name="!!body_rd_T2"/>
          <p:cNvSpPr/>
          <p:nvPr/>
        </p:nvSpPr>
        <p:spPr>
          <a:xfrm>
            <a:off x="3879447" y="3846086"/>
            <a:ext cx="43180" cy="43180"/>
          </a:xfrm>
          <a:prstGeom prst="diamond">
            <a:avLst/>
          </a:prstGeom>
          <a:solidFill>
            <a:srgbClr val="5A5A5A"/>
          </a:solidFill>
          <a:ln>
            <a:noFill/>
          </a:ln>
        </p:spPr>
        <p:txBody>
          <a:bodyPr rtlCol="0" anchor="ctr"/>
          <a:lstStyle/>
          <a:p>
            <a:pPr algn="ctr"/>
          </a:p>
        </p:txBody>
      </p:sp>
      <p:sp>
        <p:nvSpPr>
          <p:cNvPr id="38" name="!!body_rd_T3"/>
          <p:cNvSpPr/>
          <p:nvPr/>
        </p:nvSpPr>
        <p:spPr>
          <a:xfrm>
            <a:off x="3941125" y="3665616"/>
            <a:ext cx="43180" cy="43180"/>
          </a:xfrm>
          <a:prstGeom prst="diamond">
            <a:avLst/>
          </a:prstGeom>
          <a:solidFill>
            <a:srgbClr val="5A5A5A"/>
          </a:solidFill>
          <a:ln>
            <a:noFill/>
          </a:ln>
        </p:spPr>
        <p:txBody>
          <a:bodyPr rtlCol="0" anchor="ctr"/>
          <a:lstStyle/>
          <a:p>
            <a:pPr algn="ctr"/>
          </a:p>
        </p:txBody>
      </p:sp>
      <p:sp>
        <p:nvSpPr>
          <p:cNvPr id="39" name="!!body_rd_T4"/>
          <p:cNvSpPr/>
          <p:nvPr/>
        </p:nvSpPr>
        <p:spPr>
          <a:xfrm>
            <a:off x="4002804" y="3630687"/>
            <a:ext cx="43180" cy="43180"/>
          </a:xfrm>
          <a:prstGeom prst="diamond">
            <a:avLst/>
          </a:prstGeom>
          <a:solidFill>
            <a:srgbClr val="5A5A5A"/>
          </a:solidFill>
          <a:ln>
            <a:noFill/>
          </a:ln>
        </p:spPr>
        <p:txBody>
          <a:bodyPr rtlCol="0" anchor="ctr"/>
          <a:lstStyle/>
          <a:p>
            <a:pPr algn="ctr"/>
          </a:p>
        </p:txBody>
      </p:sp>
      <p:sp>
        <p:nvSpPr>
          <p:cNvPr id="40" name="!!body_rd_T5"/>
          <p:cNvSpPr/>
          <p:nvPr/>
        </p:nvSpPr>
        <p:spPr>
          <a:xfrm>
            <a:off x="4064482" y="3572471"/>
            <a:ext cx="43180" cy="43180"/>
          </a:xfrm>
          <a:prstGeom prst="diamond">
            <a:avLst/>
          </a:prstGeom>
          <a:solidFill>
            <a:srgbClr val="5A5A5A"/>
          </a:solidFill>
          <a:ln>
            <a:noFill/>
          </a:ln>
        </p:spPr>
        <p:txBody>
          <a:bodyPr rtlCol="0" anchor="ctr"/>
          <a:lstStyle/>
          <a:p>
            <a:pPr algn="ctr"/>
          </a:p>
        </p:txBody>
      </p:sp>
      <p:sp>
        <p:nvSpPr>
          <p:cNvPr id="41" name="!!body_rd_T6"/>
          <p:cNvSpPr/>
          <p:nvPr/>
        </p:nvSpPr>
        <p:spPr>
          <a:xfrm>
            <a:off x="4126160" y="3473504"/>
            <a:ext cx="43180" cy="43180"/>
          </a:xfrm>
          <a:prstGeom prst="diamond">
            <a:avLst/>
          </a:prstGeom>
          <a:solidFill>
            <a:srgbClr val="5A5A5A"/>
          </a:solidFill>
          <a:ln>
            <a:noFill/>
          </a:ln>
        </p:spPr>
        <p:txBody>
          <a:bodyPr rtlCol="0" anchor="ctr"/>
          <a:lstStyle/>
          <a:p>
            <a:pPr algn="ctr"/>
          </a:p>
        </p:txBody>
      </p:sp>
      <p:sp>
        <p:nvSpPr>
          <p:cNvPr id="42" name="!!body_rd_T7"/>
          <p:cNvSpPr/>
          <p:nvPr/>
        </p:nvSpPr>
        <p:spPr>
          <a:xfrm>
            <a:off x="4187838" y="3392001"/>
            <a:ext cx="43180" cy="43180"/>
          </a:xfrm>
          <a:prstGeom prst="diamond">
            <a:avLst/>
          </a:prstGeom>
          <a:solidFill>
            <a:srgbClr val="5A5A5A"/>
          </a:solidFill>
          <a:ln>
            <a:noFill/>
          </a:ln>
        </p:spPr>
        <p:txBody>
          <a:bodyPr rtlCol="0" anchor="ctr"/>
          <a:lstStyle/>
          <a:p>
            <a:pPr algn="ctr"/>
          </a:p>
        </p:txBody>
      </p:sp>
      <p:sp>
        <p:nvSpPr>
          <p:cNvPr id="43" name="!!body_rd_T8"/>
          <p:cNvSpPr/>
          <p:nvPr/>
        </p:nvSpPr>
        <p:spPr>
          <a:xfrm>
            <a:off x="4249516" y="3362893"/>
            <a:ext cx="43180" cy="43180"/>
          </a:xfrm>
          <a:prstGeom prst="diamond">
            <a:avLst/>
          </a:prstGeom>
          <a:solidFill>
            <a:srgbClr val="5A5A5A"/>
          </a:solidFill>
          <a:ln>
            <a:noFill/>
          </a:ln>
        </p:spPr>
        <p:txBody>
          <a:bodyPr rtlCol="0" anchor="ctr"/>
          <a:lstStyle/>
          <a:p>
            <a:pPr algn="ctr"/>
          </a:p>
        </p:txBody>
      </p:sp>
      <p:sp>
        <p:nvSpPr>
          <p:cNvPr id="44" name="!!body_rd_T9"/>
          <p:cNvSpPr/>
          <p:nvPr/>
        </p:nvSpPr>
        <p:spPr>
          <a:xfrm>
            <a:off x="4311194" y="3281391"/>
            <a:ext cx="43180" cy="43180"/>
          </a:xfrm>
          <a:prstGeom prst="diamond">
            <a:avLst/>
          </a:prstGeom>
          <a:solidFill>
            <a:srgbClr val="5A5A5A"/>
          </a:solidFill>
          <a:ln>
            <a:noFill/>
          </a:ln>
        </p:spPr>
        <p:txBody>
          <a:bodyPr rtlCol="0" anchor="ctr"/>
          <a:lstStyle/>
          <a:p>
            <a:pPr algn="ctr"/>
          </a:p>
        </p:txBody>
      </p:sp>
      <p:sp>
        <p:nvSpPr>
          <p:cNvPr id="45" name="!!body_rd_T10"/>
          <p:cNvSpPr/>
          <p:nvPr/>
        </p:nvSpPr>
        <p:spPr>
          <a:xfrm>
            <a:off x="4372872" y="3211532"/>
            <a:ext cx="43180" cy="43180"/>
          </a:xfrm>
          <a:prstGeom prst="diamond">
            <a:avLst/>
          </a:prstGeom>
          <a:solidFill>
            <a:srgbClr val="5A5A5A"/>
          </a:solidFill>
          <a:ln>
            <a:noFill/>
          </a:ln>
        </p:spPr>
        <p:txBody>
          <a:bodyPr rtlCol="0" anchor="ctr"/>
          <a:lstStyle/>
          <a:p>
            <a:pPr algn="ctr"/>
          </a:p>
        </p:txBody>
      </p:sp>
      <p:sp>
        <p:nvSpPr>
          <p:cNvPr id="46" name="!!body_rd_T11"/>
          <p:cNvSpPr/>
          <p:nvPr/>
        </p:nvSpPr>
        <p:spPr>
          <a:xfrm>
            <a:off x="4434550" y="3130029"/>
            <a:ext cx="43180" cy="43180"/>
          </a:xfrm>
          <a:prstGeom prst="diamond">
            <a:avLst/>
          </a:prstGeom>
          <a:solidFill>
            <a:srgbClr val="5A5A5A"/>
          </a:solidFill>
          <a:ln>
            <a:noFill/>
          </a:ln>
        </p:spPr>
        <p:txBody>
          <a:bodyPr rtlCol="0" anchor="ctr"/>
          <a:lstStyle/>
          <a:p>
            <a:pPr algn="ctr"/>
          </a:p>
        </p:txBody>
      </p:sp>
      <p:sp>
        <p:nvSpPr>
          <p:cNvPr id="47" name="!!body_rd_T12"/>
          <p:cNvSpPr/>
          <p:nvPr/>
        </p:nvSpPr>
        <p:spPr>
          <a:xfrm>
            <a:off x="4496229" y="3077635"/>
            <a:ext cx="43180" cy="43180"/>
          </a:xfrm>
          <a:prstGeom prst="diamond">
            <a:avLst/>
          </a:prstGeom>
          <a:solidFill>
            <a:srgbClr val="5A5A5A"/>
          </a:solidFill>
          <a:ln>
            <a:noFill/>
          </a:ln>
        </p:spPr>
        <p:txBody>
          <a:bodyPr rtlCol="0" anchor="ctr"/>
          <a:lstStyle/>
          <a:p>
            <a:pPr algn="ctr"/>
          </a:p>
        </p:txBody>
      </p:sp>
      <p:sp>
        <p:nvSpPr>
          <p:cNvPr id="48" name="!!body_rd_L1"/>
          <p:cNvSpPr/>
          <p:nvPr/>
        </p:nvSpPr>
        <p:spPr>
          <a:xfrm>
            <a:off x="4804619" y="3001954"/>
            <a:ext cx="43180" cy="43180"/>
          </a:xfrm>
          <a:prstGeom prst="diamond">
            <a:avLst/>
          </a:prstGeom>
          <a:solidFill>
            <a:srgbClr val="5A5A5A"/>
          </a:solidFill>
          <a:ln>
            <a:noFill/>
          </a:ln>
        </p:spPr>
        <p:txBody>
          <a:bodyPr rtlCol="0" anchor="ctr"/>
          <a:lstStyle/>
          <a:p>
            <a:pPr algn="ctr"/>
          </a:p>
        </p:txBody>
      </p:sp>
      <p:sp>
        <p:nvSpPr>
          <p:cNvPr id="49" name="!!body_rd_L2"/>
          <p:cNvSpPr/>
          <p:nvPr/>
        </p:nvSpPr>
        <p:spPr>
          <a:xfrm>
            <a:off x="5113010" y="2972846"/>
            <a:ext cx="43180" cy="43180"/>
          </a:xfrm>
          <a:prstGeom prst="diamond">
            <a:avLst/>
          </a:prstGeom>
          <a:solidFill>
            <a:srgbClr val="5A5A5A"/>
          </a:solidFill>
          <a:ln>
            <a:noFill/>
          </a:ln>
        </p:spPr>
        <p:txBody>
          <a:bodyPr rtlCol="0" anchor="ctr"/>
          <a:lstStyle/>
          <a:p>
            <a:pPr algn="ctr"/>
          </a:p>
        </p:txBody>
      </p:sp>
      <p:sp>
        <p:nvSpPr>
          <p:cNvPr id="50" name="!!body_rd_L3"/>
          <p:cNvSpPr/>
          <p:nvPr/>
        </p:nvSpPr>
        <p:spPr>
          <a:xfrm>
            <a:off x="5421400" y="2937916"/>
            <a:ext cx="43180" cy="43180"/>
          </a:xfrm>
          <a:prstGeom prst="diamond">
            <a:avLst/>
          </a:prstGeom>
          <a:solidFill>
            <a:srgbClr val="5A5A5A"/>
          </a:solidFill>
          <a:ln>
            <a:noFill/>
          </a:ln>
        </p:spPr>
        <p:txBody>
          <a:bodyPr rtlCol="0" anchor="ctr"/>
          <a:lstStyle/>
          <a:p>
            <a:pPr algn="ctr"/>
          </a:p>
        </p:txBody>
      </p:sp>
      <p:sp>
        <p:nvSpPr>
          <p:cNvPr id="51" name="!!body_rd_L4"/>
          <p:cNvSpPr/>
          <p:nvPr/>
        </p:nvSpPr>
        <p:spPr>
          <a:xfrm>
            <a:off x="5729791" y="2920452"/>
            <a:ext cx="43180" cy="43180"/>
          </a:xfrm>
          <a:prstGeom prst="diamond">
            <a:avLst/>
          </a:prstGeom>
          <a:solidFill>
            <a:srgbClr val="5A5A5A"/>
          </a:solidFill>
          <a:ln>
            <a:noFill/>
          </a:ln>
        </p:spPr>
        <p:txBody>
          <a:bodyPr rtlCol="0" anchor="ctr"/>
          <a:lstStyle/>
          <a:p>
            <a:pPr algn="ctr"/>
          </a:p>
        </p:txBody>
      </p:sp>
      <p:sp>
        <p:nvSpPr>
          <p:cNvPr id="52" name="!!body_rd_L5"/>
          <p:cNvSpPr/>
          <p:nvPr/>
        </p:nvSpPr>
        <p:spPr>
          <a:xfrm>
            <a:off x="6038182" y="2967024"/>
            <a:ext cx="43180" cy="43180"/>
          </a:xfrm>
          <a:prstGeom prst="diamond">
            <a:avLst/>
          </a:prstGeom>
          <a:solidFill>
            <a:srgbClr val="5A5A5A"/>
          </a:solidFill>
          <a:ln>
            <a:noFill/>
          </a:ln>
        </p:spPr>
        <p:txBody>
          <a:bodyPr rtlCol="0" anchor="ctr"/>
          <a:lstStyle/>
          <a:p>
            <a:pPr algn="ctr"/>
          </a:p>
        </p:txBody>
      </p:sp>
      <p:sp>
        <p:nvSpPr>
          <p:cNvPr id="53" name="!!body_w_m"/>
          <p:cNvSpPr/>
          <p:nvPr/>
        </p:nvSpPr>
        <p:spPr>
          <a:xfrm>
            <a:off x="2975865" y="1963508"/>
            <a:ext cx="3083907" cy="2028351"/>
          </a:xfrm>
          <a:custGeom>
            <a:avLst/>
            <a:gdLst/>
            <a:ahLst/>
            <a:cxnLst/>
            <a:rect l="l" t="t" r="r" b="b"/>
            <a:pathLst>
              <a:path w="3083907" h="2028351">
                <a:moveTo>
                  <a:pt x="0" y="2028351"/>
                </a:moveTo>
                <a:lnTo>
                  <a:pt x="154196" y="2017883"/>
                </a:lnTo>
                <a:lnTo>
                  <a:pt x="308391" y="1943329"/>
                </a:lnTo>
                <a:lnTo>
                  <a:pt x="462586" y="1745171"/>
                </a:lnTo>
                <a:lnTo>
                  <a:pt x="616782" y="1735309"/>
                </a:lnTo>
                <a:lnTo>
                  <a:pt x="770977" y="1464465"/>
                </a:lnTo>
                <a:lnTo>
                  <a:pt x="925172" y="1277128"/>
                </a:lnTo>
                <a:lnTo>
                  <a:pt x="986850" y="1466677"/>
                </a:lnTo>
                <a:lnTo>
                  <a:pt x="1048529" y="1491875"/>
                </a:lnTo>
                <a:lnTo>
                  <a:pt x="1110207" y="1427945"/>
                </a:lnTo>
                <a:lnTo>
                  <a:pt x="1171885" y="1322791"/>
                </a:lnTo>
                <a:lnTo>
                  <a:pt x="1233563" y="1207137"/>
                </a:lnTo>
                <a:lnTo>
                  <a:pt x="1295241" y="1079634"/>
                </a:lnTo>
                <a:lnTo>
                  <a:pt x="1356919" y="972554"/>
                </a:lnTo>
                <a:lnTo>
                  <a:pt x="1418597" y="803440"/>
                </a:lnTo>
                <a:lnTo>
                  <a:pt x="1480275" y="650952"/>
                </a:lnTo>
                <a:lnTo>
                  <a:pt x="1541954" y="583654"/>
                </a:lnTo>
                <a:lnTo>
                  <a:pt x="1850344" y="425454"/>
                </a:lnTo>
                <a:lnTo>
                  <a:pt x="2158735" y="292558"/>
                </a:lnTo>
                <a:lnTo>
                  <a:pt x="2467125" y="107322"/>
                </a:lnTo>
                <a:lnTo>
                  <a:pt x="2775516" y="0"/>
                </a:lnTo>
                <a:lnTo>
                  <a:pt x="3083907" y="203245"/>
                </a:lnTo>
              </a:path>
            </a:pathLst>
          </a:custGeom>
          <a:noFill/>
          <a:ln w="22860">
            <a:solidFill>
              <a:srgbClr val="7A3E9D"/>
            </a:solidFill>
            <a:round/>
          </a:ln>
        </p:spPr>
        <p:txBody>
          <a:bodyPr rtlCol="0" anchor="ctr"/>
          <a:lstStyle/>
          <a:p>
            <a:pPr algn="ctr"/>
          </a:p>
        </p:txBody>
      </p:sp>
      <p:sp>
        <p:nvSpPr>
          <p:cNvPr id="54" name="!!body_w_f"/>
          <p:cNvSpPr/>
          <p:nvPr/>
        </p:nvSpPr>
        <p:spPr>
          <a:xfrm>
            <a:off x="2975865" y="1963508"/>
            <a:ext cx="3083907" cy="2028351"/>
          </a:xfrm>
          <a:custGeom>
            <a:avLst/>
            <a:gdLst/>
            <a:ahLst/>
            <a:cxnLst/>
            <a:rect l="l" t="t" r="r" b="b"/>
            <a:pathLst>
              <a:path w="3083907" h="2028351">
                <a:moveTo>
                  <a:pt x="0" y="2028351"/>
                </a:moveTo>
                <a:lnTo>
                  <a:pt x="154196" y="2017883"/>
                </a:lnTo>
                <a:lnTo>
                  <a:pt x="308391" y="1943329"/>
                </a:lnTo>
                <a:lnTo>
                  <a:pt x="462586" y="1745171"/>
                </a:lnTo>
                <a:lnTo>
                  <a:pt x="616782" y="1735309"/>
                </a:lnTo>
                <a:lnTo>
                  <a:pt x="770977" y="1464465"/>
                </a:lnTo>
                <a:lnTo>
                  <a:pt x="925172" y="1277128"/>
                </a:lnTo>
                <a:lnTo>
                  <a:pt x="986850" y="1466677"/>
                </a:lnTo>
                <a:lnTo>
                  <a:pt x="1048529" y="1491875"/>
                </a:lnTo>
                <a:lnTo>
                  <a:pt x="1110207" y="1427945"/>
                </a:lnTo>
                <a:lnTo>
                  <a:pt x="1171885" y="1322791"/>
                </a:lnTo>
                <a:lnTo>
                  <a:pt x="1233563" y="1207137"/>
                </a:lnTo>
                <a:lnTo>
                  <a:pt x="1295241" y="1079634"/>
                </a:lnTo>
                <a:lnTo>
                  <a:pt x="1356919" y="972554"/>
                </a:lnTo>
                <a:lnTo>
                  <a:pt x="1418597" y="803440"/>
                </a:lnTo>
                <a:lnTo>
                  <a:pt x="1480275" y="650952"/>
                </a:lnTo>
                <a:lnTo>
                  <a:pt x="1541954" y="583654"/>
                </a:lnTo>
                <a:lnTo>
                  <a:pt x="1850344" y="425454"/>
                </a:lnTo>
                <a:lnTo>
                  <a:pt x="2158735" y="292558"/>
                </a:lnTo>
                <a:lnTo>
                  <a:pt x="2467125" y="107322"/>
                </a:lnTo>
                <a:lnTo>
                  <a:pt x="2775516" y="0"/>
                </a:lnTo>
                <a:lnTo>
                  <a:pt x="3083907" y="203245"/>
                </a:lnTo>
              </a:path>
            </a:pathLst>
          </a:custGeom>
          <a:noFill/>
          <a:ln w="22860">
            <a:solidFill>
              <a:srgbClr val="7A3E9D"/>
            </a:solidFill>
            <a:round/>
          </a:ln>
        </p:spPr>
        <p:txBody>
          <a:bodyPr rtlCol="0" anchor="ctr"/>
          <a:lstStyle/>
          <a:p>
            <a:pPr algn="ctr"/>
          </a:p>
        </p:txBody>
      </p:sp>
      <p:sp>
        <p:nvSpPr>
          <p:cNvPr id="55" name="!!body_d_m"/>
          <p:cNvSpPr/>
          <p:nvPr/>
        </p:nvSpPr>
        <p:spPr>
          <a:xfrm>
            <a:off x="2975865" y="2972251"/>
            <a:ext cx="3083907" cy="1221793"/>
          </a:xfrm>
          <a:custGeom>
            <a:avLst/>
            <a:gdLst/>
            <a:ahLst/>
            <a:cxnLst/>
            <a:rect l="l" t="t" r="r" b="b"/>
            <a:pathLst>
              <a:path w="3083907" h="1221793">
                <a:moveTo>
                  <a:pt x="0" y="1221793"/>
                </a:moveTo>
                <a:lnTo>
                  <a:pt x="154196" y="1173615"/>
                </a:lnTo>
                <a:lnTo>
                  <a:pt x="308391" y="1118088"/>
                </a:lnTo>
                <a:lnTo>
                  <a:pt x="462586" y="1014703"/>
                </a:lnTo>
                <a:lnTo>
                  <a:pt x="616782" y="941427"/>
                </a:lnTo>
                <a:lnTo>
                  <a:pt x="770977" y="985727"/>
                </a:lnTo>
                <a:lnTo>
                  <a:pt x="925172" y="890076"/>
                </a:lnTo>
                <a:lnTo>
                  <a:pt x="986850" y="777888"/>
                </a:lnTo>
                <a:lnTo>
                  <a:pt x="1048529" y="654080"/>
                </a:lnTo>
                <a:lnTo>
                  <a:pt x="1110207" y="546104"/>
                </a:lnTo>
                <a:lnTo>
                  <a:pt x="1171885" y="457640"/>
                </a:lnTo>
                <a:lnTo>
                  <a:pt x="1233563" y="355794"/>
                </a:lnTo>
                <a:lnTo>
                  <a:pt x="1295241" y="270717"/>
                </a:lnTo>
                <a:lnTo>
                  <a:pt x="1356919" y="191500"/>
                </a:lnTo>
                <a:lnTo>
                  <a:pt x="1418597" y="140614"/>
                </a:lnTo>
                <a:lnTo>
                  <a:pt x="1480275" y="138245"/>
                </a:lnTo>
                <a:lnTo>
                  <a:pt x="1541954" y="141951"/>
                </a:lnTo>
                <a:lnTo>
                  <a:pt x="1850344" y="84567"/>
                </a:lnTo>
                <a:lnTo>
                  <a:pt x="2158735" y="33111"/>
                </a:lnTo>
                <a:lnTo>
                  <a:pt x="2467125" y="0"/>
                </a:lnTo>
                <a:lnTo>
                  <a:pt x="2775516" y="18515"/>
                </a:lnTo>
                <a:lnTo>
                  <a:pt x="3083907" y="148933"/>
                </a:lnTo>
              </a:path>
            </a:pathLst>
          </a:custGeom>
          <a:noFill/>
          <a:ln w="22860">
            <a:solidFill>
              <a:srgbClr val="7A3E9D"/>
            </a:solidFill>
            <a:prstDash val="dash"/>
            <a:round/>
          </a:ln>
        </p:spPr>
        <p:txBody>
          <a:bodyPr rtlCol="0" anchor="ctr"/>
          <a:lstStyle/>
          <a:p>
            <a:pPr algn="ctr"/>
          </a:p>
        </p:txBody>
      </p:sp>
      <p:sp>
        <p:nvSpPr>
          <p:cNvPr id="56" name="!!body_d_f"/>
          <p:cNvSpPr/>
          <p:nvPr/>
        </p:nvSpPr>
        <p:spPr>
          <a:xfrm>
            <a:off x="2975865" y="2972251"/>
            <a:ext cx="3083907" cy="1221793"/>
          </a:xfrm>
          <a:custGeom>
            <a:avLst/>
            <a:gdLst/>
            <a:ahLst/>
            <a:cxnLst/>
            <a:rect l="l" t="t" r="r" b="b"/>
            <a:pathLst>
              <a:path w="3083907" h="1221793">
                <a:moveTo>
                  <a:pt x="0" y="1221793"/>
                </a:moveTo>
                <a:lnTo>
                  <a:pt x="154196" y="1173615"/>
                </a:lnTo>
                <a:lnTo>
                  <a:pt x="308391" y="1118088"/>
                </a:lnTo>
                <a:lnTo>
                  <a:pt x="462586" y="1014703"/>
                </a:lnTo>
                <a:lnTo>
                  <a:pt x="616782" y="941427"/>
                </a:lnTo>
                <a:lnTo>
                  <a:pt x="770977" y="985727"/>
                </a:lnTo>
                <a:lnTo>
                  <a:pt x="925172" y="890076"/>
                </a:lnTo>
                <a:lnTo>
                  <a:pt x="986850" y="777888"/>
                </a:lnTo>
                <a:lnTo>
                  <a:pt x="1048529" y="654080"/>
                </a:lnTo>
                <a:lnTo>
                  <a:pt x="1110207" y="546104"/>
                </a:lnTo>
                <a:lnTo>
                  <a:pt x="1171885" y="457640"/>
                </a:lnTo>
                <a:lnTo>
                  <a:pt x="1233563" y="355794"/>
                </a:lnTo>
                <a:lnTo>
                  <a:pt x="1295241" y="270717"/>
                </a:lnTo>
                <a:lnTo>
                  <a:pt x="1356919" y="191500"/>
                </a:lnTo>
                <a:lnTo>
                  <a:pt x="1418597" y="140614"/>
                </a:lnTo>
                <a:lnTo>
                  <a:pt x="1480275" y="138245"/>
                </a:lnTo>
                <a:lnTo>
                  <a:pt x="1541954" y="141951"/>
                </a:lnTo>
                <a:lnTo>
                  <a:pt x="1850344" y="84567"/>
                </a:lnTo>
                <a:lnTo>
                  <a:pt x="2158735" y="33111"/>
                </a:lnTo>
                <a:lnTo>
                  <a:pt x="2467125" y="0"/>
                </a:lnTo>
                <a:lnTo>
                  <a:pt x="2775516" y="18515"/>
                </a:lnTo>
                <a:lnTo>
                  <a:pt x="3083907" y="148933"/>
                </a:lnTo>
              </a:path>
            </a:pathLst>
          </a:custGeom>
          <a:noFill/>
          <a:ln w="22860">
            <a:solidFill>
              <a:srgbClr val="7A3E9D"/>
            </a:solidFill>
            <a:prstDash val="dash"/>
            <a:round/>
          </a:ln>
        </p:spPr>
        <p:txBody>
          <a:bodyPr rtlCol="0" anchor="ctr"/>
          <a:lstStyle/>
          <a:p>
            <a:pPr algn="ctr"/>
          </a:p>
        </p:txBody>
      </p:sp>
      <p:sp>
        <p:nvSpPr>
          <p:cNvPr id="57" name="!!canal_rw"/>
          <p:cNvSpPr/>
          <p:nvPr/>
        </p:nvSpPr>
        <p:spPr>
          <a:xfrm>
            <a:off x="7628418" y="2435562"/>
            <a:ext cx="3205171" cy="1175963"/>
          </a:xfrm>
          <a:custGeom>
            <a:avLst/>
            <a:gdLst/>
            <a:ahLst/>
            <a:cxnLst/>
            <a:rect l="l" t="t" r="r" b="b"/>
            <a:pathLst>
              <a:path w="3205171" h="1175963">
                <a:moveTo>
                  <a:pt x="0" y="302723"/>
                </a:moveTo>
                <a:lnTo>
                  <a:pt x="246551" y="489014"/>
                </a:lnTo>
                <a:lnTo>
                  <a:pt x="493103" y="279437"/>
                </a:lnTo>
                <a:lnTo>
                  <a:pt x="739655" y="256150"/>
                </a:lnTo>
                <a:lnTo>
                  <a:pt x="986206" y="151362"/>
                </a:lnTo>
                <a:lnTo>
                  <a:pt x="1232758" y="302723"/>
                </a:lnTo>
                <a:lnTo>
                  <a:pt x="1356034" y="617089"/>
                </a:lnTo>
                <a:lnTo>
                  <a:pt x="1479310" y="884883"/>
                </a:lnTo>
                <a:lnTo>
                  <a:pt x="1528620" y="1024601"/>
                </a:lnTo>
                <a:lnTo>
                  <a:pt x="1577930" y="1175963"/>
                </a:lnTo>
                <a:lnTo>
                  <a:pt x="1627241" y="1164320"/>
                </a:lnTo>
                <a:lnTo>
                  <a:pt x="1676551" y="1141033"/>
                </a:lnTo>
                <a:lnTo>
                  <a:pt x="1725861" y="1141033"/>
                </a:lnTo>
                <a:lnTo>
                  <a:pt x="1775171" y="1094461"/>
                </a:lnTo>
                <a:lnTo>
                  <a:pt x="1824482" y="1071174"/>
                </a:lnTo>
                <a:lnTo>
                  <a:pt x="1873792" y="1036245"/>
                </a:lnTo>
                <a:lnTo>
                  <a:pt x="1923102" y="896526"/>
                </a:lnTo>
                <a:lnTo>
                  <a:pt x="1972413" y="570517"/>
                </a:lnTo>
                <a:lnTo>
                  <a:pt x="2218964" y="395869"/>
                </a:lnTo>
                <a:lnTo>
                  <a:pt x="2465516" y="384226"/>
                </a:lnTo>
                <a:lnTo>
                  <a:pt x="2712068" y="326010"/>
                </a:lnTo>
                <a:lnTo>
                  <a:pt x="2958619" y="197934"/>
                </a:lnTo>
                <a:lnTo>
                  <a:pt x="3205171" y="0"/>
                </a:lnTo>
              </a:path>
            </a:pathLst>
          </a:custGeom>
          <a:noFill/>
          <a:ln w="11430">
            <a:solidFill>
              <a:srgbClr val="5A5A5A"/>
            </a:solidFill>
            <a:prstDash val="sysDot"/>
            <a:round/>
          </a:ln>
        </p:spPr>
        <p:txBody>
          <a:bodyPr rtlCol="0" anchor="ctr"/>
          <a:lstStyle/>
          <a:p>
            <a:pPr algn="ctr"/>
          </a:p>
        </p:txBody>
      </p:sp>
      <p:sp>
        <p:nvSpPr>
          <p:cNvPr id="58" name="!!canal_rw_C2"/>
          <p:cNvSpPr/>
          <p:nvPr/>
        </p:nvSpPr>
        <p:spPr>
          <a:xfrm>
            <a:off x="7606828" y="2716695"/>
            <a:ext cx="43180" cy="43180"/>
          </a:xfrm>
          <a:prstGeom prst="diamond">
            <a:avLst/>
          </a:prstGeom>
          <a:solidFill>
            <a:srgbClr val="5A5A5A"/>
          </a:solidFill>
          <a:ln>
            <a:noFill/>
          </a:ln>
        </p:spPr>
        <p:txBody>
          <a:bodyPr rtlCol="0" anchor="ctr"/>
          <a:lstStyle/>
          <a:p>
            <a:pPr algn="ctr"/>
          </a:p>
        </p:txBody>
      </p:sp>
      <p:sp>
        <p:nvSpPr>
          <p:cNvPr id="59" name="!!canal_rw_C3"/>
          <p:cNvSpPr/>
          <p:nvPr/>
        </p:nvSpPr>
        <p:spPr>
          <a:xfrm>
            <a:off x="7853379" y="2902986"/>
            <a:ext cx="43180" cy="43180"/>
          </a:xfrm>
          <a:prstGeom prst="diamond">
            <a:avLst/>
          </a:prstGeom>
          <a:solidFill>
            <a:srgbClr val="5A5A5A"/>
          </a:solidFill>
          <a:ln>
            <a:noFill/>
          </a:ln>
        </p:spPr>
        <p:txBody>
          <a:bodyPr rtlCol="0" anchor="ctr"/>
          <a:lstStyle/>
          <a:p>
            <a:pPr algn="ctr"/>
          </a:p>
        </p:txBody>
      </p:sp>
      <p:sp>
        <p:nvSpPr>
          <p:cNvPr id="60" name="!!canal_rw_C4"/>
          <p:cNvSpPr/>
          <p:nvPr/>
        </p:nvSpPr>
        <p:spPr>
          <a:xfrm>
            <a:off x="8099931" y="2693409"/>
            <a:ext cx="43180" cy="43180"/>
          </a:xfrm>
          <a:prstGeom prst="diamond">
            <a:avLst/>
          </a:prstGeom>
          <a:solidFill>
            <a:srgbClr val="5A5A5A"/>
          </a:solidFill>
          <a:ln>
            <a:noFill/>
          </a:ln>
        </p:spPr>
        <p:txBody>
          <a:bodyPr rtlCol="0" anchor="ctr"/>
          <a:lstStyle/>
          <a:p>
            <a:pPr algn="ctr"/>
          </a:p>
        </p:txBody>
      </p:sp>
      <p:sp>
        <p:nvSpPr>
          <p:cNvPr id="61" name="!!canal_rw_C5"/>
          <p:cNvSpPr/>
          <p:nvPr/>
        </p:nvSpPr>
        <p:spPr>
          <a:xfrm>
            <a:off x="8346483" y="2670122"/>
            <a:ext cx="43180" cy="43180"/>
          </a:xfrm>
          <a:prstGeom prst="diamond">
            <a:avLst/>
          </a:prstGeom>
          <a:solidFill>
            <a:srgbClr val="5A5A5A"/>
          </a:solidFill>
          <a:ln>
            <a:noFill/>
          </a:ln>
        </p:spPr>
        <p:txBody>
          <a:bodyPr rtlCol="0" anchor="ctr"/>
          <a:lstStyle/>
          <a:p>
            <a:pPr algn="ctr"/>
          </a:p>
        </p:txBody>
      </p:sp>
      <p:sp>
        <p:nvSpPr>
          <p:cNvPr id="62" name="!!canal_rw_C6"/>
          <p:cNvSpPr/>
          <p:nvPr/>
        </p:nvSpPr>
        <p:spPr>
          <a:xfrm>
            <a:off x="8593034" y="2565334"/>
            <a:ext cx="43180" cy="43180"/>
          </a:xfrm>
          <a:prstGeom prst="diamond">
            <a:avLst/>
          </a:prstGeom>
          <a:solidFill>
            <a:srgbClr val="5A5A5A"/>
          </a:solidFill>
          <a:ln>
            <a:noFill/>
          </a:ln>
        </p:spPr>
        <p:txBody>
          <a:bodyPr rtlCol="0" anchor="ctr"/>
          <a:lstStyle/>
          <a:p>
            <a:pPr algn="ctr"/>
          </a:p>
        </p:txBody>
      </p:sp>
      <p:sp>
        <p:nvSpPr>
          <p:cNvPr id="63" name="!!canal_rw_C7"/>
          <p:cNvSpPr/>
          <p:nvPr/>
        </p:nvSpPr>
        <p:spPr>
          <a:xfrm>
            <a:off x="8839586" y="2716695"/>
            <a:ext cx="43180" cy="43180"/>
          </a:xfrm>
          <a:prstGeom prst="diamond">
            <a:avLst/>
          </a:prstGeom>
          <a:solidFill>
            <a:srgbClr val="5A5A5A"/>
          </a:solidFill>
          <a:ln>
            <a:noFill/>
          </a:ln>
        </p:spPr>
        <p:txBody>
          <a:bodyPr rtlCol="0" anchor="ctr"/>
          <a:lstStyle/>
          <a:p>
            <a:pPr algn="ctr"/>
          </a:p>
        </p:txBody>
      </p:sp>
      <p:sp>
        <p:nvSpPr>
          <p:cNvPr id="64" name="!!canal_rw_T1"/>
          <p:cNvSpPr/>
          <p:nvPr/>
        </p:nvSpPr>
        <p:spPr>
          <a:xfrm>
            <a:off x="8962862" y="3031061"/>
            <a:ext cx="43180" cy="43180"/>
          </a:xfrm>
          <a:prstGeom prst="diamond">
            <a:avLst/>
          </a:prstGeom>
          <a:solidFill>
            <a:srgbClr val="5A5A5A"/>
          </a:solidFill>
          <a:ln>
            <a:noFill/>
          </a:ln>
        </p:spPr>
        <p:txBody>
          <a:bodyPr rtlCol="0" anchor="ctr"/>
          <a:lstStyle/>
          <a:p>
            <a:pPr algn="ctr"/>
          </a:p>
        </p:txBody>
      </p:sp>
      <p:sp>
        <p:nvSpPr>
          <p:cNvPr id="65" name="!!canal_rw_T2"/>
          <p:cNvSpPr/>
          <p:nvPr/>
        </p:nvSpPr>
        <p:spPr>
          <a:xfrm>
            <a:off x="9086138" y="3298855"/>
            <a:ext cx="43180" cy="43180"/>
          </a:xfrm>
          <a:prstGeom prst="diamond">
            <a:avLst/>
          </a:prstGeom>
          <a:solidFill>
            <a:srgbClr val="5A5A5A"/>
          </a:solidFill>
          <a:ln>
            <a:noFill/>
          </a:ln>
        </p:spPr>
        <p:txBody>
          <a:bodyPr rtlCol="0" anchor="ctr"/>
          <a:lstStyle/>
          <a:p>
            <a:pPr algn="ctr"/>
          </a:p>
        </p:txBody>
      </p:sp>
      <p:sp>
        <p:nvSpPr>
          <p:cNvPr id="66" name="!!canal_rw_T3"/>
          <p:cNvSpPr/>
          <p:nvPr/>
        </p:nvSpPr>
        <p:spPr>
          <a:xfrm>
            <a:off x="9135448" y="3438573"/>
            <a:ext cx="43180" cy="43180"/>
          </a:xfrm>
          <a:prstGeom prst="diamond">
            <a:avLst/>
          </a:prstGeom>
          <a:solidFill>
            <a:srgbClr val="5A5A5A"/>
          </a:solidFill>
          <a:ln>
            <a:noFill/>
          </a:ln>
        </p:spPr>
        <p:txBody>
          <a:bodyPr rtlCol="0" anchor="ctr"/>
          <a:lstStyle/>
          <a:p>
            <a:pPr algn="ctr"/>
          </a:p>
        </p:txBody>
      </p:sp>
      <p:sp>
        <p:nvSpPr>
          <p:cNvPr id="67" name="!!canal_rw_T4"/>
          <p:cNvSpPr/>
          <p:nvPr/>
        </p:nvSpPr>
        <p:spPr>
          <a:xfrm>
            <a:off x="9184758" y="3589935"/>
            <a:ext cx="43180" cy="43180"/>
          </a:xfrm>
          <a:prstGeom prst="diamond">
            <a:avLst/>
          </a:prstGeom>
          <a:solidFill>
            <a:srgbClr val="5A5A5A"/>
          </a:solidFill>
          <a:ln>
            <a:noFill/>
          </a:ln>
        </p:spPr>
        <p:txBody>
          <a:bodyPr rtlCol="0" anchor="ctr"/>
          <a:lstStyle/>
          <a:p>
            <a:pPr algn="ctr"/>
          </a:p>
        </p:txBody>
      </p:sp>
      <p:sp>
        <p:nvSpPr>
          <p:cNvPr id="68" name="!!canal_rw_T5"/>
          <p:cNvSpPr/>
          <p:nvPr/>
        </p:nvSpPr>
        <p:spPr>
          <a:xfrm>
            <a:off x="9234069" y="3578292"/>
            <a:ext cx="43180" cy="43180"/>
          </a:xfrm>
          <a:prstGeom prst="diamond">
            <a:avLst/>
          </a:prstGeom>
          <a:solidFill>
            <a:srgbClr val="5A5A5A"/>
          </a:solidFill>
          <a:ln>
            <a:noFill/>
          </a:ln>
        </p:spPr>
        <p:txBody>
          <a:bodyPr rtlCol="0" anchor="ctr"/>
          <a:lstStyle/>
          <a:p>
            <a:pPr algn="ctr"/>
          </a:p>
        </p:txBody>
      </p:sp>
      <p:sp>
        <p:nvSpPr>
          <p:cNvPr id="69" name="!!canal_rw_T6"/>
          <p:cNvSpPr/>
          <p:nvPr/>
        </p:nvSpPr>
        <p:spPr>
          <a:xfrm>
            <a:off x="9283379" y="3555005"/>
            <a:ext cx="43180" cy="43180"/>
          </a:xfrm>
          <a:prstGeom prst="diamond">
            <a:avLst/>
          </a:prstGeom>
          <a:solidFill>
            <a:srgbClr val="5A5A5A"/>
          </a:solidFill>
          <a:ln>
            <a:noFill/>
          </a:ln>
        </p:spPr>
        <p:txBody>
          <a:bodyPr rtlCol="0" anchor="ctr"/>
          <a:lstStyle/>
          <a:p>
            <a:pPr algn="ctr"/>
          </a:p>
        </p:txBody>
      </p:sp>
      <p:sp>
        <p:nvSpPr>
          <p:cNvPr id="70" name="!!canal_rw_T7"/>
          <p:cNvSpPr/>
          <p:nvPr/>
        </p:nvSpPr>
        <p:spPr>
          <a:xfrm>
            <a:off x="9332689" y="3555005"/>
            <a:ext cx="43180" cy="43180"/>
          </a:xfrm>
          <a:prstGeom prst="diamond">
            <a:avLst/>
          </a:prstGeom>
          <a:solidFill>
            <a:srgbClr val="5A5A5A"/>
          </a:solidFill>
          <a:ln>
            <a:noFill/>
          </a:ln>
        </p:spPr>
        <p:txBody>
          <a:bodyPr rtlCol="0" anchor="ctr"/>
          <a:lstStyle/>
          <a:p>
            <a:pPr algn="ctr"/>
          </a:p>
        </p:txBody>
      </p:sp>
      <p:sp>
        <p:nvSpPr>
          <p:cNvPr id="71" name="!!canal_rw_T8"/>
          <p:cNvSpPr/>
          <p:nvPr/>
        </p:nvSpPr>
        <p:spPr>
          <a:xfrm>
            <a:off x="9381999" y="3508433"/>
            <a:ext cx="43180" cy="43180"/>
          </a:xfrm>
          <a:prstGeom prst="diamond">
            <a:avLst/>
          </a:prstGeom>
          <a:solidFill>
            <a:srgbClr val="5A5A5A"/>
          </a:solidFill>
          <a:ln>
            <a:noFill/>
          </a:ln>
        </p:spPr>
        <p:txBody>
          <a:bodyPr rtlCol="0" anchor="ctr"/>
          <a:lstStyle/>
          <a:p>
            <a:pPr algn="ctr"/>
          </a:p>
        </p:txBody>
      </p:sp>
      <p:sp>
        <p:nvSpPr>
          <p:cNvPr id="72" name="!!canal_rw_T9"/>
          <p:cNvSpPr/>
          <p:nvPr/>
        </p:nvSpPr>
        <p:spPr>
          <a:xfrm>
            <a:off x="9431310" y="3485146"/>
            <a:ext cx="43180" cy="43180"/>
          </a:xfrm>
          <a:prstGeom prst="diamond">
            <a:avLst/>
          </a:prstGeom>
          <a:solidFill>
            <a:srgbClr val="5A5A5A"/>
          </a:solidFill>
          <a:ln>
            <a:noFill/>
          </a:ln>
        </p:spPr>
        <p:txBody>
          <a:bodyPr rtlCol="0" anchor="ctr"/>
          <a:lstStyle/>
          <a:p>
            <a:pPr algn="ctr"/>
          </a:p>
        </p:txBody>
      </p:sp>
      <p:sp>
        <p:nvSpPr>
          <p:cNvPr id="73" name="!!canal_rw_T10"/>
          <p:cNvSpPr/>
          <p:nvPr/>
        </p:nvSpPr>
        <p:spPr>
          <a:xfrm>
            <a:off x="9480620" y="3450217"/>
            <a:ext cx="43180" cy="43180"/>
          </a:xfrm>
          <a:prstGeom prst="diamond">
            <a:avLst/>
          </a:prstGeom>
          <a:solidFill>
            <a:srgbClr val="5A5A5A"/>
          </a:solidFill>
          <a:ln>
            <a:noFill/>
          </a:ln>
        </p:spPr>
        <p:txBody>
          <a:bodyPr rtlCol="0" anchor="ctr"/>
          <a:lstStyle/>
          <a:p>
            <a:pPr algn="ctr"/>
          </a:p>
        </p:txBody>
      </p:sp>
      <p:sp>
        <p:nvSpPr>
          <p:cNvPr id="74" name="!!canal_rw_T11"/>
          <p:cNvSpPr/>
          <p:nvPr/>
        </p:nvSpPr>
        <p:spPr>
          <a:xfrm>
            <a:off x="9529930" y="3310498"/>
            <a:ext cx="43180" cy="43180"/>
          </a:xfrm>
          <a:prstGeom prst="diamond">
            <a:avLst/>
          </a:prstGeom>
          <a:solidFill>
            <a:srgbClr val="5A5A5A"/>
          </a:solidFill>
          <a:ln>
            <a:noFill/>
          </a:ln>
        </p:spPr>
        <p:txBody>
          <a:bodyPr rtlCol="0" anchor="ctr"/>
          <a:lstStyle/>
          <a:p>
            <a:pPr algn="ctr"/>
          </a:p>
        </p:txBody>
      </p:sp>
      <p:sp>
        <p:nvSpPr>
          <p:cNvPr id="75" name="!!canal_rw_T12"/>
          <p:cNvSpPr/>
          <p:nvPr/>
        </p:nvSpPr>
        <p:spPr>
          <a:xfrm>
            <a:off x="9579241" y="2984489"/>
            <a:ext cx="43180" cy="43180"/>
          </a:xfrm>
          <a:prstGeom prst="diamond">
            <a:avLst/>
          </a:prstGeom>
          <a:solidFill>
            <a:srgbClr val="5A5A5A"/>
          </a:solidFill>
          <a:ln>
            <a:noFill/>
          </a:ln>
        </p:spPr>
        <p:txBody>
          <a:bodyPr rtlCol="0" anchor="ctr"/>
          <a:lstStyle/>
          <a:p>
            <a:pPr algn="ctr"/>
          </a:p>
        </p:txBody>
      </p:sp>
      <p:sp>
        <p:nvSpPr>
          <p:cNvPr id="76" name="!!canal_rw_L1"/>
          <p:cNvSpPr/>
          <p:nvPr/>
        </p:nvSpPr>
        <p:spPr>
          <a:xfrm>
            <a:off x="9825792" y="2809841"/>
            <a:ext cx="43180" cy="43180"/>
          </a:xfrm>
          <a:prstGeom prst="diamond">
            <a:avLst/>
          </a:prstGeom>
          <a:solidFill>
            <a:srgbClr val="5A5A5A"/>
          </a:solidFill>
          <a:ln>
            <a:noFill/>
          </a:ln>
        </p:spPr>
        <p:txBody>
          <a:bodyPr rtlCol="0" anchor="ctr"/>
          <a:lstStyle/>
          <a:p>
            <a:pPr algn="ctr"/>
          </a:p>
        </p:txBody>
      </p:sp>
      <p:sp>
        <p:nvSpPr>
          <p:cNvPr id="77" name="!!canal_rw_L2"/>
          <p:cNvSpPr/>
          <p:nvPr/>
        </p:nvSpPr>
        <p:spPr>
          <a:xfrm>
            <a:off x="10072344" y="2798198"/>
            <a:ext cx="43180" cy="43180"/>
          </a:xfrm>
          <a:prstGeom prst="diamond">
            <a:avLst/>
          </a:prstGeom>
          <a:solidFill>
            <a:srgbClr val="5A5A5A"/>
          </a:solidFill>
          <a:ln>
            <a:noFill/>
          </a:ln>
        </p:spPr>
        <p:txBody>
          <a:bodyPr rtlCol="0" anchor="ctr"/>
          <a:lstStyle/>
          <a:p>
            <a:pPr algn="ctr"/>
          </a:p>
        </p:txBody>
      </p:sp>
      <p:sp>
        <p:nvSpPr>
          <p:cNvPr id="78" name="!!canal_rw_L3"/>
          <p:cNvSpPr/>
          <p:nvPr/>
        </p:nvSpPr>
        <p:spPr>
          <a:xfrm>
            <a:off x="10318896" y="2739982"/>
            <a:ext cx="43180" cy="43180"/>
          </a:xfrm>
          <a:prstGeom prst="diamond">
            <a:avLst/>
          </a:prstGeom>
          <a:solidFill>
            <a:srgbClr val="5A5A5A"/>
          </a:solidFill>
          <a:ln>
            <a:noFill/>
          </a:ln>
        </p:spPr>
        <p:txBody>
          <a:bodyPr rtlCol="0" anchor="ctr"/>
          <a:lstStyle/>
          <a:p>
            <a:pPr algn="ctr"/>
          </a:p>
        </p:txBody>
      </p:sp>
      <p:sp>
        <p:nvSpPr>
          <p:cNvPr id="79" name="!!canal_rw_L4"/>
          <p:cNvSpPr/>
          <p:nvPr/>
        </p:nvSpPr>
        <p:spPr>
          <a:xfrm>
            <a:off x="10565447" y="2611906"/>
            <a:ext cx="43180" cy="43180"/>
          </a:xfrm>
          <a:prstGeom prst="diamond">
            <a:avLst/>
          </a:prstGeom>
          <a:solidFill>
            <a:srgbClr val="5A5A5A"/>
          </a:solidFill>
          <a:ln>
            <a:noFill/>
          </a:ln>
        </p:spPr>
        <p:txBody>
          <a:bodyPr rtlCol="0" anchor="ctr"/>
          <a:lstStyle/>
          <a:p>
            <a:pPr algn="ctr"/>
          </a:p>
        </p:txBody>
      </p:sp>
      <p:sp>
        <p:nvSpPr>
          <p:cNvPr id="80" name="!!canal_rw_L5"/>
          <p:cNvSpPr/>
          <p:nvPr/>
        </p:nvSpPr>
        <p:spPr>
          <a:xfrm>
            <a:off x="10811999" y="2413972"/>
            <a:ext cx="43180" cy="43180"/>
          </a:xfrm>
          <a:prstGeom prst="diamond">
            <a:avLst/>
          </a:prstGeom>
          <a:solidFill>
            <a:srgbClr val="5A5A5A"/>
          </a:solidFill>
          <a:ln>
            <a:noFill/>
          </a:ln>
        </p:spPr>
        <p:txBody>
          <a:bodyPr rtlCol="0" anchor="ctr"/>
          <a:lstStyle/>
          <a:p>
            <a:pPr algn="ctr"/>
          </a:p>
        </p:txBody>
      </p:sp>
      <p:sp>
        <p:nvSpPr>
          <p:cNvPr id="81" name="!!canal_rd"/>
          <p:cNvSpPr/>
          <p:nvPr/>
        </p:nvSpPr>
        <p:spPr>
          <a:xfrm>
            <a:off x="7628418" y="3145797"/>
            <a:ext cx="3205171" cy="675305"/>
          </a:xfrm>
          <a:custGeom>
            <a:avLst/>
            <a:gdLst/>
            <a:ahLst/>
            <a:cxnLst/>
            <a:rect l="l" t="t" r="r" b="b"/>
            <a:pathLst>
              <a:path w="3205171" h="675305">
                <a:moveTo>
                  <a:pt x="0" y="0"/>
                </a:moveTo>
                <a:lnTo>
                  <a:pt x="246551" y="558874"/>
                </a:lnTo>
                <a:lnTo>
                  <a:pt x="493103" y="384226"/>
                </a:lnTo>
                <a:lnTo>
                  <a:pt x="739655" y="419155"/>
                </a:lnTo>
                <a:lnTo>
                  <a:pt x="986206" y="337653"/>
                </a:lnTo>
                <a:lnTo>
                  <a:pt x="1232758" y="675305"/>
                </a:lnTo>
                <a:lnTo>
                  <a:pt x="1356034" y="535587"/>
                </a:lnTo>
                <a:lnTo>
                  <a:pt x="1479310" y="663662"/>
                </a:lnTo>
                <a:lnTo>
                  <a:pt x="1528620" y="593803"/>
                </a:lnTo>
                <a:lnTo>
                  <a:pt x="1577930" y="558874"/>
                </a:lnTo>
                <a:lnTo>
                  <a:pt x="1627241" y="547230"/>
                </a:lnTo>
                <a:lnTo>
                  <a:pt x="1676551" y="523944"/>
                </a:lnTo>
                <a:lnTo>
                  <a:pt x="1725861" y="570517"/>
                </a:lnTo>
                <a:lnTo>
                  <a:pt x="1775171" y="593803"/>
                </a:lnTo>
                <a:lnTo>
                  <a:pt x="1824482" y="617089"/>
                </a:lnTo>
                <a:lnTo>
                  <a:pt x="1873792" y="640376"/>
                </a:lnTo>
                <a:lnTo>
                  <a:pt x="1923102" y="582160"/>
                </a:lnTo>
                <a:lnTo>
                  <a:pt x="1972413" y="337653"/>
                </a:lnTo>
                <a:lnTo>
                  <a:pt x="2218964" y="232864"/>
                </a:lnTo>
                <a:lnTo>
                  <a:pt x="2465516" y="326010"/>
                </a:lnTo>
                <a:lnTo>
                  <a:pt x="2712068" y="407512"/>
                </a:lnTo>
                <a:lnTo>
                  <a:pt x="2958619" y="279437"/>
                </a:lnTo>
                <a:lnTo>
                  <a:pt x="3205171" y="151362"/>
                </a:lnTo>
              </a:path>
            </a:pathLst>
          </a:custGeom>
          <a:noFill/>
          <a:ln w="11430">
            <a:solidFill>
              <a:srgbClr val="5A5A5A"/>
            </a:solidFill>
            <a:prstDash val="sysDot"/>
            <a:round/>
          </a:ln>
        </p:spPr>
        <p:txBody>
          <a:bodyPr rtlCol="0" anchor="ctr"/>
          <a:lstStyle/>
          <a:p>
            <a:pPr algn="ctr"/>
          </a:p>
        </p:txBody>
      </p:sp>
      <p:sp>
        <p:nvSpPr>
          <p:cNvPr id="82" name="!!canal_rd_C2"/>
          <p:cNvSpPr/>
          <p:nvPr/>
        </p:nvSpPr>
        <p:spPr>
          <a:xfrm>
            <a:off x="7606828" y="3124207"/>
            <a:ext cx="43180" cy="43180"/>
          </a:xfrm>
          <a:prstGeom prst="diamond">
            <a:avLst/>
          </a:prstGeom>
          <a:solidFill>
            <a:srgbClr val="5A5A5A"/>
          </a:solidFill>
          <a:ln>
            <a:noFill/>
          </a:ln>
        </p:spPr>
        <p:txBody>
          <a:bodyPr rtlCol="0" anchor="ctr"/>
          <a:lstStyle/>
          <a:p>
            <a:pPr algn="ctr"/>
          </a:p>
        </p:txBody>
      </p:sp>
      <p:sp>
        <p:nvSpPr>
          <p:cNvPr id="83" name="!!canal_rd_C3"/>
          <p:cNvSpPr/>
          <p:nvPr/>
        </p:nvSpPr>
        <p:spPr>
          <a:xfrm>
            <a:off x="7853379" y="3683081"/>
            <a:ext cx="43180" cy="43180"/>
          </a:xfrm>
          <a:prstGeom prst="diamond">
            <a:avLst/>
          </a:prstGeom>
          <a:solidFill>
            <a:srgbClr val="5A5A5A"/>
          </a:solidFill>
          <a:ln>
            <a:noFill/>
          </a:ln>
        </p:spPr>
        <p:txBody>
          <a:bodyPr rtlCol="0" anchor="ctr"/>
          <a:lstStyle/>
          <a:p>
            <a:pPr algn="ctr"/>
          </a:p>
        </p:txBody>
      </p:sp>
      <p:sp>
        <p:nvSpPr>
          <p:cNvPr id="84" name="!!canal_rd_C4"/>
          <p:cNvSpPr/>
          <p:nvPr/>
        </p:nvSpPr>
        <p:spPr>
          <a:xfrm>
            <a:off x="8099931" y="3508433"/>
            <a:ext cx="43180" cy="43180"/>
          </a:xfrm>
          <a:prstGeom prst="diamond">
            <a:avLst/>
          </a:prstGeom>
          <a:solidFill>
            <a:srgbClr val="5A5A5A"/>
          </a:solidFill>
          <a:ln>
            <a:noFill/>
          </a:ln>
        </p:spPr>
        <p:txBody>
          <a:bodyPr rtlCol="0" anchor="ctr"/>
          <a:lstStyle/>
          <a:p>
            <a:pPr algn="ctr"/>
          </a:p>
        </p:txBody>
      </p:sp>
      <p:sp>
        <p:nvSpPr>
          <p:cNvPr id="85" name="!!canal_rd_C5"/>
          <p:cNvSpPr/>
          <p:nvPr/>
        </p:nvSpPr>
        <p:spPr>
          <a:xfrm>
            <a:off x="8346483" y="3543362"/>
            <a:ext cx="43180" cy="43180"/>
          </a:xfrm>
          <a:prstGeom prst="diamond">
            <a:avLst/>
          </a:prstGeom>
          <a:solidFill>
            <a:srgbClr val="5A5A5A"/>
          </a:solidFill>
          <a:ln>
            <a:noFill/>
          </a:ln>
        </p:spPr>
        <p:txBody>
          <a:bodyPr rtlCol="0" anchor="ctr"/>
          <a:lstStyle/>
          <a:p>
            <a:pPr algn="ctr"/>
          </a:p>
        </p:txBody>
      </p:sp>
      <p:sp>
        <p:nvSpPr>
          <p:cNvPr id="86" name="!!canal_rd_C6"/>
          <p:cNvSpPr/>
          <p:nvPr/>
        </p:nvSpPr>
        <p:spPr>
          <a:xfrm>
            <a:off x="8593034" y="3461860"/>
            <a:ext cx="43180" cy="43180"/>
          </a:xfrm>
          <a:prstGeom prst="diamond">
            <a:avLst/>
          </a:prstGeom>
          <a:solidFill>
            <a:srgbClr val="5A5A5A"/>
          </a:solidFill>
          <a:ln>
            <a:noFill/>
          </a:ln>
        </p:spPr>
        <p:txBody>
          <a:bodyPr rtlCol="0" anchor="ctr"/>
          <a:lstStyle/>
          <a:p>
            <a:pPr algn="ctr"/>
          </a:p>
        </p:txBody>
      </p:sp>
      <p:sp>
        <p:nvSpPr>
          <p:cNvPr id="87" name="!!canal_rd_C7"/>
          <p:cNvSpPr/>
          <p:nvPr/>
        </p:nvSpPr>
        <p:spPr>
          <a:xfrm>
            <a:off x="8839586" y="3799512"/>
            <a:ext cx="43180" cy="43180"/>
          </a:xfrm>
          <a:prstGeom prst="diamond">
            <a:avLst/>
          </a:prstGeom>
          <a:solidFill>
            <a:srgbClr val="5A5A5A"/>
          </a:solidFill>
          <a:ln>
            <a:noFill/>
          </a:ln>
        </p:spPr>
        <p:txBody>
          <a:bodyPr rtlCol="0" anchor="ctr"/>
          <a:lstStyle/>
          <a:p>
            <a:pPr algn="ctr"/>
          </a:p>
        </p:txBody>
      </p:sp>
      <p:sp>
        <p:nvSpPr>
          <p:cNvPr id="88" name="!!canal_rd_T1"/>
          <p:cNvSpPr/>
          <p:nvPr/>
        </p:nvSpPr>
        <p:spPr>
          <a:xfrm>
            <a:off x="8962862" y="3659794"/>
            <a:ext cx="43180" cy="43180"/>
          </a:xfrm>
          <a:prstGeom prst="diamond">
            <a:avLst/>
          </a:prstGeom>
          <a:solidFill>
            <a:srgbClr val="5A5A5A"/>
          </a:solidFill>
          <a:ln>
            <a:noFill/>
          </a:ln>
        </p:spPr>
        <p:txBody>
          <a:bodyPr rtlCol="0" anchor="ctr"/>
          <a:lstStyle/>
          <a:p>
            <a:pPr algn="ctr"/>
          </a:p>
        </p:txBody>
      </p:sp>
      <p:sp>
        <p:nvSpPr>
          <p:cNvPr id="89" name="!!canal_rd_T2"/>
          <p:cNvSpPr/>
          <p:nvPr/>
        </p:nvSpPr>
        <p:spPr>
          <a:xfrm>
            <a:off x="9086138" y="3787869"/>
            <a:ext cx="43180" cy="43180"/>
          </a:xfrm>
          <a:prstGeom prst="diamond">
            <a:avLst/>
          </a:prstGeom>
          <a:solidFill>
            <a:srgbClr val="5A5A5A"/>
          </a:solidFill>
          <a:ln>
            <a:noFill/>
          </a:ln>
        </p:spPr>
        <p:txBody>
          <a:bodyPr rtlCol="0" anchor="ctr"/>
          <a:lstStyle/>
          <a:p>
            <a:pPr algn="ctr"/>
          </a:p>
        </p:txBody>
      </p:sp>
      <p:sp>
        <p:nvSpPr>
          <p:cNvPr id="90" name="!!canal_rd_T3"/>
          <p:cNvSpPr/>
          <p:nvPr/>
        </p:nvSpPr>
        <p:spPr>
          <a:xfrm>
            <a:off x="9135448" y="3718010"/>
            <a:ext cx="43180" cy="43180"/>
          </a:xfrm>
          <a:prstGeom prst="diamond">
            <a:avLst/>
          </a:prstGeom>
          <a:solidFill>
            <a:srgbClr val="5A5A5A"/>
          </a:solidFill>
          <a:ln>
            <a:noFill/>
          </a:ln>
        </p:spPr>
        <p:txBody>
          <a:bodyPr rtlCol="0" anchor="ctr"/>
          <a:lstStyle/>
          <a:p>
            <a:pPr algn="ctr"/>
          </a:p>
        </p:txBody>
      </p:sp>
      <p:sp>
        <p:nvSpPr>
          <p:cNvPr id="91" name="!!canal_rd_T4"/>
          <p:cNvSpPr/>
          <p:nvPr/>
        </p:nvSpPr>
        <p:spPr>
          <a:xfrm>
            <a:off x="9184758" y="3683081"/>
            <a:ext cx="43180" cy="43180"/>
          </a:xfrm>
          <a:prstGeom prst="diamond">
            <a:avLst/>
          </a:prstGeom>
          <a:solidFill>
            <a:srgbClr val="5A5A5A"/>
          </a:solidFill>
          <a:ln>
            <a:noFill/>
          </a:ln>
        </p:spPr>
        <p:txBody>
          <a:bodyPr rtlCol="0" anchor="ctr"/>
          <a:lstStyle/>
          <a:p>
            <a:pPr algn="ctr"/>
          </a:p>
        </p:txBody>
      </p:sp>
      <p:sp>
        <p:nvSpPr>
          <p:cNvPr id="92" name="!!canal_rd_T5"/>
          <p:cNvSpPr/>
          <p:nvPr/>
        </p:nvSpPr>
        <p:spPr>
          <a:xfrm>
            <a:off x="9234069" y="3671437"/>
            <a:ext cx="43180" cy="43180"/>
          </a:xfrm>
          <a:prstGeom prst="diamond">
            <a:avLst/>
          </a:prstGeom>
          <a:solidFill>
            <a:srgbClr val="5A5A5A"/>
          </a:solidFill>
          <a:ln>
            <a:noFill/>
          </a:ln>
        </p:spPr>
        <p:txBody>
          <a:bodyPr rtlCol="0" anchor="ctr"/>
          <a:lstStyle/>
          <a:p>
            <a:pPr algn="ctr"/>
          </a:p>
        </p:txBody>
      </p:sp>
      <p:sp>
        <p:nvSpPr>
          <p:cNvPr id="93" name="!!canal_rd_T6"/>
          <p:cNvSpPr/>
          <p:nvPr/>
        </p:nvSpPr>
        <p:spPr>
          <a:xfrm>
            <a:off x="9283379" y="3648151"/>
            <a:ext cx="43180" cy="43180"/>
          </a:xfrm>
          <a:prstGeom prst="diamond">
            <a:avLst/>
          </a:prstGeom>
          <a:solidFill>
            <a:srgbClr val="5A5A5A"/>
          </a:solidFill>
          <a:ln>
            <a:noFill/>
          </a:ln>
        </p:spPr>
        <p:txBody>
          <a:bodyPr rtlCol="0" anchor="ctr"/>
          <a:lstStyle/>
          <a:p>
            <a:pPr algn="ctr"/>
          </a:p>
        </p:txBody>
      </p:sp>
      <p:sp>
        <p:nvSpPr>
          <p:cNvPr id="94" name="!!canal_rd_T7"/>
          <p:cNvSpPr/>
          <p:nvPr/>
        </p:nvSpPr>
        <p:spPr>
          <a:xfrm>
            <a:off x="9332689" y="3694724"/>
            <a:ext cx="43180" cy="43180"/>
          </a:xfrm>
          <a:prstGeom prst="diamond">
            <a:avLst/>
          </a:prstGeom>
          <a:solidFill>
            <a:srgbClr val="5A5A5A"/>
          </a:solidFill>
          <a:ln>
            <a:noFill/>
          </a:ln>
        </p:spPr>
        <p:txBody>
          <a:bodyPr rtlCol="0" anchor="ctr"/>
          <a:lstStyle/>
          <a:p>
            <a:pPr algn="ctr"/>
          </a:p>
        </p:txBody>
      </p:sp>
      <p:sp>
        <p:nvSpPr>
          <p:cNvPr id="95" name="!!canal_rd_T8"/>
          <p:cNvSpPr/>
          <p:nvPr/>
        </p:nvSpPr>
        <p:spPr>
          <a:xfrm>
            <a:off x="9381999" y="3718010"/>
            <a:ext cx="43180" cy="43180"/>
          </a:xfrm>
          <a:prstGeom prst="diamond">
            <a:avLst/>
          </a:prstGeom>
          <a:solidFill>
            <a:srgbClr val="5A5A5A"/>
          </a:solidFill>
          <a:ln>
            <a:noFill/>
          </a:ln>
        </p:spPr>
        <p:txBody>
          <a:bodyPr rtlCol="0" anchor="ctr"/>
          <a:lstStyle/>
          <a:p>
            <a:pPr algn="ctr"/>
          </a:p>
        </p:txBody>
      </p:sp>
      <p:sp>
        <p:nvSpPr>
          <p:cNvPr id="96" name="!!canal_rd_T9"/>
          <p:cNvSpPr/>
          <p:nvPr/>
        </p:nvSpPr>
        <p:spPr>
          <a:xfrm>
            <a:off x="9431310" y="3741296"/>
            <a:ext cx="43180" cy="43180"/>
          </a:xfrm>
          <a:prstGeom prst="diamond">
            <a:avLst/>
          </a:prstGeom>
          <a:solidFill>
            <a:srgbClr val="5A5A5A"/>
          </a:solidFill>
          <a:ln>
            <a:noFill/>
          </a:ln>
        </p:spPr>
        <p:txBody>
          <a:bodyPr rtlCol="0" anchor="ctr"/>
          <a:lstStyle/>
          <a:p>
            <a:pPr algn="ctr"/>
          </a:p>
        </p:txBody>
      </p:sp>
      <p:sp>
        <p:nvSpPr>
          <p:cNvPr id="97" name="!!canal_rd_T10"/>
          <p:cNvSpPr/>
          <p:nvPr/>
        </p:nvSpPr>
        <p:spPr>
          <a:xfrm>
            <a:off x="9480620" y="3764583"/>
            <a:ext cx="43180" cy="43180"/>
          </a:xfrm>
          <a:prstGeom prst="diamond">
            <a:avLst/>
          </a:prstGeom>
          <a:solidFill>
            <a:srgbClr val="5A5A5A"/>
          </a:solidFill>
          <a:ln>
            <a:noFill/>
          </a:ln>
        </p:spPr>
        <p:txBody>
          <a:bodyPr rtlCol="0" anchor="ctr"/>
          <a:lstStyle/>
          <a:p>
            <a:pPr algn="ctr"/>
          </a:p>
        </p:txBody>
      </p:sp>
      <p:sp>
        <p:nvSpPr>
          <p:cNvPr id="98" name="!!canal_rd_T11"/>
          <p:cNvSpPr/>
          <p:nvPr/>
        </p:nvSpPr>
        <p:spPr>
          <a:xfrm>
            <a:off x="9529930" y="3706367"/>
            <a:ext cx="43180" cy="43180"/>
          </a:xfrm>
          <a:prstGeom prst="diamond">
            <a:avLst/>
          </a:prstGeom>
          <a:solidFill>
            <a:srgbClr val="5A5A5A"/>
          </a:solidFill>
          <a:ln>
            <a:noFill/>
          </a:ln>
        </p:spPr>
        <p:txBody>
          <a:bodyPr rtlCol="0" anchor="ctr"/>
          <a:lstStyle/>
          <a:p>
            <a:pPr algn="ctr"/>
          </a:p>
        </p:txBody>
      </p:sp>
      <p:sp>
        <p:nvSpPr>
          <p:cNvPr id="99" name="!!canal_rd_T12"/>
          <p:cNvSpPr/>
          <p:nvPr/>
        </p:nvSpPr>
        <p:spPr>
          <a:xfrm>
            <a:off x="9579241" y="3461860"/>
            <a:ext cx="43180" cy="43180"/>
          </a:xfrm>
          <a:prstGeom prst="diamond">
            <a:avLst/>
          </a:prstGeom>
          <a:solidFill>
            <a:srgbClr val="5A5A5A"/>
          </a:solidFill>
          <a:ln>
            <a:noFill/>
          </a:ln>
        </p:spPr>
        <p:txBody>
          <a:bodyPr rtlCol="0" anchor="ctr"/>
          <a:lstStyle/>
          <a:p>
            <a:pPr algn="ctr"/>
          </a:p>
        </p:txBody>
      </p:sp>
      <p:sp>
        <p:nvSpPr>
          <p:cNvPr id="100" name="!!canal_rd_L1"/>
          <p:cNvSpPr/>
          <p:nvPr/>
        </p:nvSpPr>
        <p:spPr>
          <a:xfrm>
            <a:off x="9825792" y="3357071"/>
            <a:ext cx="43180" cy="43180"/>
          </a:xfrm>
          <a:prstGeom prst="diamond">
            <a:avLst/>
          </a:prstGeom>
          <a:solidFill>
            <a:srgbClr val="5A5A5A"/>
          </a:solidFill>
          <a:ln>
            <a:noFill/>
          </a:ln>
        </p:spPr>
        <p:txBody>
          <a:bodyPr rtlCol="0" anchor="ctr"/>
          <a:lstStyle/>
          <a:p>
            <a:pPr algn="ctr"/>
          </a:p>
        </p:txBody>
      </p:sp>
      <p:sp>
        <p:nvSpPr>
          <p:cNvPr id="101" name="!!canal_rd_L2"/>
          <p:cNvSpPr/>
          <p:nvPr/>
        </p:nvSpPr>
        <p:spPr>
          <a:xfrm>
            <a:off x="10072344" y="3450217"/>
            <a:ext cx="43180" cy="43180"/>
          </a:xfrm>
          <a:prstGeom prst="diamond">
            <a:avLst/>
          </a:prstGeom>
          <a:solidFill>
            <a:srgbClr val="5A5A5A"/>
          </a:solidFill>
          <a:ln>
            <a:noFill/>
          </a:ln>
        </p:spPr>
        <p:txBody>
          <a:bodyPr rtlCol="0" anchor="ctr"/>
          <a:lstStyle/>
          <a:p>
            <a:pPr algn="ctr"/>
          </a:p>
        </p:txBody>
      </p:sp>
      <p:sp>
        <p:nvSpPr>
          <p:cNvPr id="102" name="!!canal_rd_L3"/>
          <p:cNvSpPr/>
          <p:nvPr/>
        </p:nvSpPr>
        <p:spPr>
          <a:xfrm>
            <a:off x="10318896" y="3531719"/>
            <a:ext cx="43180" cy="43180"/>
          </a:xfrm>
          <a:prstGeom prst="diamond">
            <a:avLst/>
          </a:prstGeom>
          <a:solidFill>
            <a:srgbClr val="5A5A5A"/>
          </a:solidFill>
          <a:ln>
            <a:noFill/>
          </a:ln>
        </p:spPr>
        <p:txBody>
          <a:bodyPr rtlCol="0" anchor="ctr"/>
          <a:lstStyle/>
          <a:p>
            <a:pPr algn="ctr"/>
          </a:p>
        </p:txBody>
      </p:sp>
      <p:sp>
        <p:nvSpPr>
          <p:cNvPr id="103" name="!!canal_rd_L4"/>
          <p:cNvSpPr/>
          <p:nvPr/>
        </p:nvSpPr>
        <p:spPr>
          <a:xfrm>
            <a:off x="10565447" y="3403644"/>
            <a:ext cx="43180" cy="43180"/>
          </a:xfrm>
          <a:prstGeom prst="diamond">
            <a:avLst/>
          </a:prstGeom>
          <a:solidFill>
            <a:srgbClr val="5A5A5A"/>
          </a:solidFill>
          <a:ln>
            <a:noFill/>
          </a:ln>
        </p:spPr>
        <p:txBody>
          <a:bodyPr rtlCol="0" anchor="ctr"/>
          <a:lstStyle/>
          <a:p>
            <a:pPr algn="ctr"/>
          </a:p>
        </p:txBody>
      </p:sp>
      <p:sp>
        <p:nvSpPr>
          <p:cNvPr id="104" name="!!canal_rd_L5"/>
          <p:cNvSpPr/>
          <p:nvPr/>
        </p:nvSpPr>
        <p:spPr>
          <a:xfrm>
            <a:off x="10811999" y="3275569"/>
            <a:ext cx="43180" cy="43180"/>
          </a:xfrm>
          <a:prstGeom prst="diamond">
            <a:avLst/>
          </a:prstGeom>
          <a:solidFill>
            <a:srgbClr val="5A5A5A"/>
          </a:solidFill>
          <a:ln>
            <a:noFill/>
          </a:ln>
        </p:spPr>
        <p:txBody>
          <a:bodyPr rtlCol="0" anchor="ctr"/>
          <a:lstStyle/>
          <a:p>
            <a:pPr algn="ctr"/>
          </a:p>
        </p:txBody>
      </p:sp>
      <p:sp>
        <p:nvSpPr>
          <p:cNvPr id="105" name="!!canal_w_m"/>
          <p:cNvSpPr/>
          <p:nvPr/>
        </p:nvSpPr>
        <p:spPr>
          <a:xfrm>
            <a:off x="7628418" y="2522121"/>
            <a:ext cx="3205171" cy="1175901"/>
          </a:xfrm>
          <a:custGeom>
            <a:avLst/>
            <a:gdLst/>
            <a:ahLst/>
            <a:cxnLst/>
            <a:rect l="l" t="t" r="r" b="b"/>
            <a:pathLst>
              <a:path w="3205171" h="1175901">
                <a:moveTo>
                  <a:pt x="0" y="251046"/>
                </a:moveTo>
                <a:lnTo>
                  <a:pt x="246551" y="331919"/>
                </a:lnTo>
                <a:lnTo>
                  <a:pt x="493103" y="251132"/>
                </a:lnTo>
                <a:lnTo>
                  <a:pt x="739655" y="179978"/>
                </a:lnTo>
                <a:lnTo>
                  <a:pt x="986206" y="205722"/>
                </a:lnTo>
                <a:lnTo>
                  <a:pt x="1232758" y="283730"/>
                </a:lnTo>
                <a:lnTo>
                  <a:pt x="1356034" y="524140"/>
                </a:lnTo>
                <a:lnTo>
                  <a:pt x="1479310" y="823431"/>
                </a:lnTo>
                <a:lnTo>
                  <a:pt x="1528620" y="1026771"/>
                </a:lnTo>
                <a:lnTo>
                  <a:pt x="1577930" y="1115854"/>
                </a:lnTo>
                <a:lnTo>
                  <a:pt x="1627241" y="1168621"/>
                </a:lnTo>
                <a:lnTo>
                  <a:pt x="1676551" y="1175901"/>
                </a:lnTo>
                <a:lnTo>
                  <a:pt x="1725861" y="1168113"/>
                </a:lnTo>
                <a:lnTo>
                  <a:pt x="1775171" y="1126157"/>
                </a:lnTo>
                <a:lnTo>
                  <a:pt x="1824482" y="1048439"/>
                </a:lnTo>
                <a:lnTo>
                  <a:pt x="1873792" y="1001582"/>
                </a:lnTo>
                <a:lnTo>
                  <a:pt x="1923102" y="772564"/>
                </a:lnTo>
                <a:lnTo>
                  <a:pt x="1972413" y="255494"/>
                </a:lnTo>
                <a:lnTo>
                  <a:pt x="2218964" y="165101"/>
                </a:lnTo>
                <a:lnTo>
                  <a:pt x="2465516" y="182535"/>
                </a:lnTo>
                <a:lnTo>
                  <a:pt x="2712068" y="178144"/>
                </a:lnTo>
                <a:lnTo>
                  <a:pt x="2958619" y="23529"/>
                </a:lnTo>
                <a:lnTo>
                  <a:pt x="3205171" y="0"/>
                </a:lnTo>
              </a:path>
            </a:pathLst>
          </a:custGeom>
          <a:noFill/>
          <a:ln w="22860">
            <a:solidFill>
              <a:srgbClr val="7A3E9D"/>
            </a:solidFill>
            <a:round/>
          </a:ln>
        </p:spPr>
        <p:txBody>
          <a:bodyPr rtlCol="0" anchor="ctr"/>
          <a:lstStyle/>
          <a:p>
            <a:pPr algn="ctr"/>
          </a:p>
        </p:txBody>
      </p:sp>
      <p:sp>
        <p:nvSpPr>
          <p:cNvPr id="106" name="!!canal_w_f"/>
          <p:cNvSpPr/>
          <p:nvPr/>
        </p:nvSpPr>
        <p:spPr>
          <a:xfrm>
            <a:off x="7628418" y="2522121"/>
            <a:ext cx="3205171" cy="1175901"/>
          </a:xfrm>
          <a:custGeom>
            <a:avLst/>
            <a:gdLst/>
            <a:ahLst/>
            <a:cxnLst/>
            <a:rect l="l" t="t" r="r" b="b"/>
            <a:pathLst>
              <a:path w="3205171" h="1175901">
                <a:moveTo>
                  <a:pt x="0" y="251046"/>
                </a:moveTo>
                <a:lnTo>
                  <a:pt x="246551" y="331919"/>
                </a:lnTo>
                <a:lnTo>
                  <a:pt x="493103" y="251132"/>
                </a:lnTo>
                <a:lnTo>
                  <a:pt x="739655" y="179978"/>
                </a:lnTo>
                <a:lnTo>
                  <a:pt x="986206" y="205722"/>
                </a:lnTo>
                <a:lnTo>
                  <a:pt x="1232758" y="283730"/>
                </a:lnTo>
                <a:lnTo>
                  <a:pt x="1356034" y="524140"/>
                </a:lnTo>
                <a:lnTo>
                  <a:pt x="1479310" y="823431"/>
                </a:lnTo>
                <a:lnTo>
                  <a:pt x="1528620" y="1026771"/>
                </a:lnTo>
                <a:lnTo>
                  <a:pt x="1577930" y="1115854"/>
                </a:lnTo>
                <a:lnTo>
                  <a:pt x="1627241" y="1168621"/>
                </a:lnTo>
                <a:lnTo>
                  <a:pt x="1676551" y="1175901"/>
                </a:lnTo>
                <a:lnTo>
                  <a:pt x="1725861" y="1168113"/>
                </a:lnTo>
                <a:lnTo>
                  <a:pt x="1775171" y="1126157"/>
                </a:lnTo>
                <a:lnTo>
                  <a:pt x="1824482" y="1048439"/>
                </a:lnTo>
                <a:lnTo>
                  <a:pt x="1873792" y="1001582"/>
                </a:lnTo>
                <a:lnTo>
                  <a:pt x="1923102" y="772564"/>
                </a:lnTo>
                <a:lnTo>
                  <a:pt x="1972413" y="255494"/>
                </a:lnTo>
                <a:lnTo>
                  <a:pt x="2218964" y="165101"/>
                </a:lnTo>
                <a:lnTo>
                  <a:pt x="2465516" y="182535"/>
                </a:lnTo>
                <a:lnTo>
                  <a:pt x="2712068" y="178144"/>
                </a:lnTo>
                <a:lnTo>
                  <a:pt x="2958619" y="23529"/>
                </a:lnTo>
                <a:lnTo>
                  <a:pt x="3205171" y="0"/>
                </a:lnTo>
              </a:path>
            </a:pathLst>
          </a:custGeom>
          <a:noFill/>
          <a:ln w="22860">
            <a:solidFill>
              <a:srgbClr val="7A3E9D"/>
            </a:solidFill>
            <a:round/>
          </a:ln>
        </p:spPr>
        <p:txBody>
          <a:bodyPr rtlCol="0" anchor="ctr"/>
          <a:lstStyle/>
          <a:p>
            <a:pPr algn="ctr"/>
          </a:p>
        </p:txBody>
      </p:sp>
      <p:sp>
        <p:nvSpPr>
          <p:cNvPr id="107" name="!!canal_d_m"/>
          <p:cNvSpPr/>
          <p:nvPr/>
        </p:nvSpPr>
        <p:spPr>
          <a:xfrm>
            <a:off x="7628418" y="3286043"/>
            <a:ext cx="3205171" cy="679627"/>
          </a:xfrm>
          <a:custGeom>
            <a:avLst/>
            <a:gdLst/>
            <a:ahLst/>
            <a:cxnLst/>
            <a:rect l="l" t="t" r="r" b="b"/>
            <a:pathLst>
              <a:path w="3205171" h="679627">
                <a:moveTo>
                  <a:pt x="0" y="309856"/>
                </a:moveTo>
                <a:lnTo>
                  <a:pt x="246551" y="606432"/>
                </a:lnTo>
                <a:lnTo>
                  <a:pt x="493103" y="679627"/>
                </a:lnTo>
                <a:lnTo>
                  <a:pt x="739655" y="640629"/>
                </a:lnTo>
                <a:lnTo>
                  <a:pt x="986206" y="627313"/>
                </a:lnTo>
                <a:lnTo>
                  <a:pt x="1232758" y="497844"/>
                </a:lnTo>
                <a:lnTo>
                  <a:pt x="1356034" y="243393"/>
                </a:lnTo>
                <a:lnTo>
                  <a:pt x="1479310" y="345219"/>
                </a:lnTo>
                <a:lnTo>
                  <a:pt x="1528620" y="377803"/>
                </a:lnTo>
                <a:lnTo>
                  <a:pt x="1577930" y="389960"/>
                </a:lnTo>
                <a:lnTo>
                  <a:pt x="1627241" y="381943"/>
                </a:lnTo>
                <a:lnTo>
                  <a:pt x="1676551" y="448163"/>
                </a:lnTo>
                <a:lnTo>
                  <a:pt x="1725861" y="480626"/>
                </a:lnTo>
                <a:lnTo>
                  <a:pt x="1775171" y="505493"/>
                </a:lnTo>
                <a:lnTo>
                  <a:pt x="1824482" y="472009"/>
                </a:lnTo>
                <a:lnTo>
                  <a:pt x="1873792" y="346867"/>
                </a:lnTo>
                <a:lnTo>
                  <a:pt x="1923102" y="178213"/>
                </a:lnTo>
                <a:lnTo>
                  <a:pt x="1972413" y="0"/>
                </a:lnTo>
                <a:lnTo>
                  <a:pt x="2218964" y="163611"/>
                </a:lnTo>
                <a:lnTo>
                  <a:pt x="2465516" y="160000"/>
                </a:lnTo>
                <a:lnTo>
                  <a:pt x="2712068" y="195732"/>
                </a:lnTo>
                <a:lnTo>
                  <a:pt x="2958619" y="139361"/>
                </a:lnTo>
                <a:lnTo>
                  <a:pt x="3205171" y="39590"/>
                </a:lnTo>
              </a:path>
            </a:pathLst>
          </a:custGeom>
          <a:noFill/>
          <a:ln w="22860">
            <a:solidFill>
              <a:srgbClr val="7A3E9D"/>
            </a:solidFill>
            <a:prstDash val="dash"/>
            <a:round/>
          </a:ln>
        </p:spPr>
        <p:txBody>
          <a:bodyPr rtlCol="0" anchor="ctr"/>
          <a:lstStyle/>
          <a:p>
            <a:pPr algn="ctr"/>
          </a:p>
        </p:txBody>
      </p:sp>
      <p:sp>
        <p:nvSpPr>
          <p:cNvPr id="108" name="!!canal_d_f"/>
          <p:cNvSpPr/>
          <p:nvPr/>
        </p:nvSpPr>
        <p:spPr>
          <a:xfrm>
            <a:off x="7628418" y="3286043"/>
            <a:ext cx="3205171" cy="679627"/>
          </a:xfrm>
          <a:custGeom>
            <a:avLst/>
            <a:gdLst/>
            <a:ahLst/>
            <a:cxnLst/>
            <a:rect l="l" t="t" r="r" b="b"/>
            <a:pathLst>
              <a:path w="3205171" h="679627">
                <a:moveTo>
                  <a:pt x="0" y="309856"/>
                </a:moveTo>
                <a:lnTo>
                  <a:pt x="246551" y="606432"/>
                </a:lnTo>
                <a:lnTo>
                  <a:pt x="493103" y="679627"/>
                </a:lnTo>
                <a:lnTo>
                  <a:pt x="739655" y="640629"/>
                </a:lnTo>
                <a:lnTo>
                  <a:pt x="986206" y="627313"/>
                </a:lnTo>
                <a:lnTo>
                  <a:pt x="1232758" y="497844"/>
                </a:lnTo>
                <a:lnTo>
                  <a:pt x="1356034" y="243393"/>
                </a:lnTo>
                <a:lnTo>
                  <a:pt x="1479310" y="345219"/>
                </a:lnTo>
                <a:lnTo>
                  <a:pt x="1528620" y="377803"/>
                </a:lnTo>
                <a:lnTo>
                  <a:pt x="1577930" y="389960"/>
                </a:lnTo>
                <a:lnTo>
                  <a:pt x="1627241" y="381943"/>
                </a:lnTo>
                <a:lnTo>
                  <a:pt x="1676551" y="448163"/>
                </a:lnTo>
                <a:lnTo>
                  <a:pt x="1725861" y="480626"/>
                </a:lnTo>
                <a:lnTo>
                  <a:pt x="1775171" y="505493"/>
                </a:lnTo>
                <a:lnTo>
                  <a:pt x="1824482" y="472009"/>
                </a:lnTo>
                <a:lnTo>
                  <a:pt x="1873792" y="346867"/>
                </a:lnTo>
                <a:lnTo>
                  <a:pt x="1923102" y="178213"/>
                </a:lnTo>
                <a:lnTo>
                  <a:pt x="1972413" y="0"/>
                </a:lnTo>
                <a:lnTo>
                  <a:pt x="2218964" y="163611"/>
                </a:lnTo>
                <a:lnTo>
                  <a:pt x="2465516" y="160000"/>
                </a:lnTo>
                <a:lnTo>
                  <a:pt x="2712068" y="195732"/>
                </a:lnTo>
                <a:lnTo>
                  <a:pt x="2958619" y="139361"/>
                </a:lnTo>
                <a:lnTo>
                  <a:pt x="3205171" y="39590"/>
                </a:lnTo>
              </a:path>
            </a:pathLst>
          </a:custGeom>
          <a:noFill/>
          <a:ln w="22860">
            <a:solidFill>
              <a:srgbClr val="7A3E9D"/>
            </a:solidFill>
            <a:prstDash val="dash"/>
            <a:round/>
          </a:ln>
        </p:spPr>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canal, T11 to L5, level by level</a:t>
            </a:r>
          </a:p>
        </p:txBody>
      </p:sp>
      <p:pic>
        <p:nvPicPr>
          <p:cNvPr id="3" name="Picture 2" descr="Canal width and depth by level from T11 to L5, each with its spread, over Panjabi's cadaveric means and interval."/>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Median, interquartile range, 5th–95th percentile, n = 663–784 per level. Depth is the midsagittal chord at the pedicle.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Panjabi MM, et al. Spine 1991;16(8):888–901 and Spine 1992;17(3):299–306.   Dataset article: arXiv 2609.22760, Fig. 3.   CTSpinoPelvic1K, doi.org/10.5281/zenodo.22139642.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Spinopelvic angles match published supine CT</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756 of 802 CTs passing the geometric gates; mean ± SD in each panel. Veilleux n = 200, Hasegawa n = 24, supine CT.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Veilleux NJ, et al. J Bone Joint Surg Am 2020;102:e130.   Hasegawa K, et al. BMC Musculoskelet Disord 2018;19:437.   Vialle R, et al. J Bone Joint Surg Am 2005;87:260.   Dataset article: arXiv 2609.22760, Table III and Fig. S2.</a:t>
            </a:r>
          </a:p>
        </p:txBody>
      </p:sp>
      <p:pic>
        <p:nvPicPr>
          <p:cNvPr id="6" name="Picture 5" descr="Histograms of pelvic incidence, sacral slope and pelvic tilt over the gold tier CTs, with the published supine CT and standing film means."/>
          <p:cNvPicPr>
            <a:picLocks noChangeAspect="1"/>
          </p:cNvPicPr>
          <p:nvPr/>
        </p:nvPicPr>
        <p:blipFill>
          <a:blip r:embed="rId4"/>
          <a:stretch>
            <a:fillRect/>
          </a:stretch>
        </p:blipFill>
        <p:spPr>
          <a:xfrm>
            <a:off x="1750000" y="1420000"/>
            <a:ext cx="10150000" cy="382978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Masked CT in, vertebrae out</a:t>
            </a:r>
          </a:p>
        </p:txBody>
      </p:sp>
      <p:pic>
        <p:nvPicPr>
          <p:cNvPr id="3" name="Picture 2" descr="Left, a sagittal CT with coloured bone masks. Then the vertebrae of the same spine outlined; six vertebrae with their level names; and a map of vertebrae coloured by level, with the sixth lumbar marked."/>
          <p:cNvPicPr>
            <a:picLocks noChangeAspect="1"/>
          </p:cNvPicPr>
          <p:nvPr/>
        </p:nvPicPr>
        <p:blipFill>
          <a:blip r:embed="rId2"/>
          <a:stretch>
            <a:fillRect/>
          </a:stretch>
        </p:blipFill>
        <p:spPr>
          <a:xfrm>
            <a:off x="1750000" y="1420000"/>
            <a:ext cx="10150000" cy="3725050"/>
          </a:xfrm>
          <a:prstGeom prst="rect">
            <a:avLst/>
          </a:prstGeom>
        </p:spPr>
      </p:pic>
      <p:sp>
        <p:nvSpPr>
          <p:cNvPr id="4" name="TextBox 3"/>
          <p:cNvSpPr txBox="1"/>
          <p:nvPr/>
        </p:nvSpPr>
        <p:spPr>
          <a:xfrm>
            <a:off x="1750000" y="5195050"/>
            <a:ext cx="10150000" cy="454950"/>
          </a:xfrm>
          <a:prstGeom prst="rect">
            <a:avLst/>
          </a:prstGeom>
          <a:noFill/>
        </p:spPr>
        <p:txBody>
          <a:bodyPr wrap="square" lIns="0" rIns="0" tIns="0" bIns="0">
            <a:spAutoFit/>
          </a:bodyPr>
          <a:lstStyle/>
          <a:p>
            <a:pPr>
              <a:spcBef>
                <a:spcPts val="0"/>
              </a:spcBef>
              <a:spcAft>
                <a:spcPts val="0"/>
              </a:spcAft>
            </a:pPr>
            <a:r>
              <a:rPr sz="1400" b="0">
                <a:solidFill>
                  <a:srgbClr val="7A7A7A"/>
                </a:solidFill>
              </a:rPr>
              <a:t>Masked CT in; vertebrae detected, predicted and classified out. Map colour is true level. Work in progress; not a cleared device.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CT and labels: CTSpinoPelvic1K, doi.org/10.5281/zenodo.22139642.   VerSe: Sekuboyina A, et al. Med Image Anal 2021;73:102166. Public, de-identified data. Unpublished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end. Thank you</a:t>
            </a:r>
          </a:p>
        </p:txBody>
      </p:sp>
      <p:sp>
        <p:nvSpPr>
          <p:cNvPr id="3" name="TextBox 2"/>
          <p:cNvSpPr txBox="1"/>
          <p:nvPr/>
        </p:nvSpPr>
        <p:spPr>
          <a:xfrm>
            <a:off x="1750000" y="1420000"/>
            <a:ext cx="6300000" cy="4230000"/>
          </a:xfrm>
          <a:prstGeom prst="rect">
            <a:avLst/>
          </a:prstGeom>
          <a:noFill/>
        </p:spPr>
        <p:txBody>
          <a:bodyPr wrap="square" lIns="0" rIns="0" tIns="0" bIns="0">
            <a:spAutoFit/>
          </a:bodyPr>
          <a:lstStyle/>
          <a:p>
            <a:pPr>
              <a:spcBef>
                <a:spcPts val="0"/>
              </a:spcBef>
              <a:spcAft>
                <a:spcPts val="700"/>
              </a:spcAft>
            </a:pPr>
            <a:r>
              <a:rPr sz="1600" b="0">
                <a:solidFill>
                  <a:srgbClr val="191D63"/>
                </a:solidFill>
              </a:rPr>
              <a:t>With thanks to Patrick Schwing (LSU Health Sciences Center New Orleans); Miraziz Ismoilov and Nizar Alnabahneh (Radiology) and Loren Schwiebert (Computer Science), Wayne State University; and the annotators Ashley Schehr, Annika Tekumulla, Margret Khoushi, Ryan Christian, Dane Hubers, Faris Mahjoub, Hassan Saad, Mia Sooch, Sathyagopal Siddapureddy, Michael McLellan and Jerick Kim</a:t>
            </a:r>
          </a:p>
          <a:p>
            <a:pPr>
              <a:spcBef>
                <a:spcPts val="0"/>
              </a:spcBef>
              <a:spcAft>
                <a:spcPts val="700"/>
              </a:spcAft>
            </a:pPr>
            <a:r>
              <a:rPr sz="1600" b="0">
                <a:solidFill>
                  <a:srgbClr val="191D63"/>
                </a:solidFill>
              </a:rPr>
              <a:t>Data: CTSpinoPelvic1K (doi.org/10.5281/zenodo.22139642), built on CTSpine1K, CTPelvic1K and The Cancer Imaging Archive; all de-identified</a:t>
            </a:r>
          </a:p>
          <a:p>
            <a:pPr>
              <a:spcBef>
                <a:spcPts val="0"/>
              </a:spcBef>
              <a:spcAft>
                <a:spcPts val="700"/>
              </a:spcAft>
            </a:pPr>
            <a:r>
              <a:rPr sz="1600" b="0">
                <a:solidFill>
                  <a:srgbClr val="191D63"/>
                </a:solidFill>
              </a:rPr>
              <a:t>Paper: Not All Spines Are Created Equal, NeurIPS 2026, Evaluations and Datasets track (accepted)</a:t>
            </a:r>
          </a:p>
          <a:p>
            <a:pPr>
              <a:spcBef>
                <a:spcPts val="0"/>
              </a:spcBef>
              <a:spcAft>
                <a:spcPts val="700"/>
              </a:spcAft>
            </a:pPr>
            <a:r>
              <a:rPr sz="1600" b="0">
                <a:solidFill>
                  <a:srgbClr val="191D63"/>
                </a:solidFill>
              </a:rPr>
              <a:t>Funding: NIH NIGMS F30GM147909. No commercial support.</a:t>
            </a:r>
          </a:p>
          <a:p>
            <a:pPr>
              <a:spcBef>
                <a:spcPts val="0"/>
              </a:spcBef>
              <a:spcAft>
                <a:spcPts val="700"/>
              </a:spcAft>
            </a:pPr>
            <a:r>
              <a:rPr sz="1600" b="0">
                <a:solidFill>
                  <a:srgbClr val="191D63"/>
                </a:solidFill>
              </a:rPr>
              <a:t>Evidence status: retrospective, public de-identified data; small transitional strata; not a cleared device.</a:t>
            </a:r>
          </a:p>
        </p:txBody>
      </p:sp>
      <p:pic>
        <p:nvPicPr>
          <p:cNvPr id="4" name="Picture 3" descr="Open Spine Consortium logo.">
            <a:hlinkClick r:id="rId3"/>
          </p:cNvPr>
          <p:cNvPicPr>
            <a:picLocks noChangeAspect="1"/>
          </p:cNvPicPr>
          <p:nvPr/>
        </p:nvPicPr>
        <p:blipFill>
          <a:blip r:embed="rId2"/>
          <a:stretch>
            <a:fillRect/>
          </a:stretch>
        </p:blipFill>
        <p:spPr>
          <a:xfrm>
            <a:off x="8300000" y="1480000"/>
            <a:ext cx="3600000" cy="1014545"/>
          </a:xfrm>
          <a:prstGeom prst="rect">
            <a:avLst/>
          </a:prstGeom>
        </p:spPr>
      </p:pic>
      <p:sp>
        <p:nvSpPr>
          <p:cNvPr id="5" name="TextBox 4"/>
          <p:cNvSpPr txBox="1"/>
          <p:nvPr/>
        </p:nvSpPr>
        <p:spPr>
          <a:xfrm>
            <a:off x="8300000" y="2634545"/>
            <a:ext cx="3600000" cy="800000"/>
          </a:xfrm>
          <a:prstGeom prst="rect">
            <a:avLst/>
          </a:prstGeom>
          <a:noFill/>
        </p:spPr>
        <p:txBody>
          <a:bodyPr wrap="square" lIns="0" rIns="0" tIns="0" bIns="0">
            <a:spAutoFit/>
          </a:bodyPr>
          <a:lstStyle/>
          <a:p>
            <a:pPr algn="ctr">
              <a:spcBef>
                <a:spcPts val="0"/>
              </a:spcBef>
              <a:spcAft>
                <a:spcPts val="300"/>
              </a:spcAft>
            </a:pPr>
            <a:r>
              <a:rPr sz="1100" b="0">
                <a:solidFill>
                  <a:srgbClr val="191D63"/>
                </a:solidFill>
              </a:rPr>
              <a:t>Weights and code:</a:t>
            </a:r>
          </a:p>
          <a:p>
            <a:pPr algn="ctr">
              <a:spcBef>
                <a:spcPts val="0"/>
              </a:spcBef>
              <a:spcAft>
                <a:spcPts val="300"/>
              </a:spcAft>
            </a:pPr>
            <a:r>
              <a:rPr sz="1100" b="0">
                <a:solidFill>
                  <a:srgbClr val="191D63"/>
                </a:solidFill>
                <a:hlinkClick r:id="rId3"/>
              </a:rPr>
              <a:t>github.com/OpenSpineConsortium/spinopelvic-seg</a:t>
            </a:r>
          </a:p>
          <a:p>
            <a:pPr algn="ctr">
              <a:spcBef>
                <a:spcPts val="0"/>
              </a:spcBef>
              <a:spcAft>
                <a:spcPts val="300"/>
              </a:spcAft>
            </a:pPr>
            <a:r>
              <a:rPr sz="1100" b="0">
                <a:solidFill>
                  <a:srgbClr val="191D63"/>
                </a:solidFill>
                <a:hlinkClick r:id="rId4"/>
              </a:rPr>
              <a:t>huggingface.co/OpenSpineConsortium</a:t>
            </a:r>
          </a:p>
        </p:txBody>
      </p:sp>
      <p:sp>
        <p:nvSpPr>
          <p:cNvPr id="6" name="Rounded Rectangle 5"/>
          <p:cNvSpPr/>
          <p:nvPr/>
        </p:nvSpPr>
        <p:spPr>
          <a:xfrm>
            <a:off x="8300000" y="3584545"/>
            <a:ext cx="3600000" cy="10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Questions</a:t>
            </a:r>
          </a:p>
          <a:p>
            <a:pPr algn="ctr"/>
            <a:r>
              <a:rPr sz="1400" b="0">
                <a:solidFill>
                  <a:srgbClr val="FFFFFF"/>
                </a:solidFill>
              </a:rPr>
              <a:t>gregory.schwing@med.wayne.edu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same line, men and women apart</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Blue: our men, matched by age to Panjabi's 8 men. Red: our women, matched to his 4 women. Purple was their 8 to 4 blend.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body_base" descr="Benzel's vertebral body width and depth by level in black, with the gold tier means split into men in blue and women in red, each matched to Panjabi's own."/>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Benzel's spinal canal width and depth by level in black, with the gold tier's CT canal means split into men in blue and women in red, each matched to Panjabi's own."/>
          <p:cNvPicPr>
            <a:picLocks noChangeAspect="1"/>
          </p:cNvPicPr>
          <p:nvPr/>
        </p:nvPicPr>
        <p:blipFill>
          <a:blip r:embed="rId3"/>
          <a:stretch>
            <a:fillRect/>
          </a:stretch>
        </p:blipFill>
        <p:spPr>
          <a:xfrm>
            <a:off x="7031191" y="1420000"/>
            <a:ext cx="4241275" cy="3829999"/>
          </a:xfrm>
          <a:prstGeom prst="rect">
            <a:avLst/>
          </a:prstGeom>
        </p:spPr>
      </p:pic>
      <p:sp>
        <p:nvSpPr>
          <p:cNvPr id="3" name="!!body_rw"/>
          <p:cNvSpPr/>
          <p:nvPr/>
        </p:nvSpPr>
        <p:spPr>
          <a:xfrm>
            <a:off x="2975865" y="2127018"/>
            <a:ext cx="3083907" cy="1892020"/>
          </a:xfrm>
          <a:custGeom>
            <a:avLst/>
            <a:gdLst/>
            <a:ahLst/>
            <a:cxnLst/>
            <a:rect l="l" t="t" r="r" b="b"/>
            <a:pathLst>
              <a:path w="3083907" h="1892020">
                <a:moveTo>
                  <a:pt x="0" y="1880376"/>
                </a:moveTo>
                <a:lnTo>
                  <a:pt x="154196" y="1892020"/>
                </a:lnTo>
                <a:lnTo>
                  <a:pt x="308391" y="1752301"/>
                </a:lnTo>
                <a:lnTo>
                  <a:pt x="462586" y="1600940"/>
                </a:lnTo>
                <a:lnTo>
                  <a:pt x="616782" y="1519437"/>
                </a:lnTo>
                <a:lnTo>
                  <a:pt x="770977" y="1263287"/>
                </a:lnTo>
                <a:lnTo>
                  <a:pt x="925172" y="1286573"/>
                </a:lnTo>
                <a:lnTo>
                  <a:pt x="986850" y="1373897"/>
                </a:lnTo>
                <a:lnTo>
                  <a:pt x="1048529" y="1368076"/>
                </a:lnTo>
                <a:lnTo>
                  <a:pt x="1110207" y="1309860"/>
                </a:lnTo>
                <a:lnTo>
                  <a:pt x="1171885" y="1240000"/>
                </a:lnTo>
                <a:lnTo>
                  <a:pt x="1233563" y="1187606"/>
                </a:lnTo>
                <a:lnTo>
                  <a:pt x="1295241" y="1106104"/>
                </a:lnTo>
                <a:lnTo>
                  <a:pt x="1356919" y="960564"/>
                </a:lnTo>
                <a:lnTo>
                  <a:pt x="1418597" y="820845"/>
                </a:lnTo>
                <a:lnTo>
                  <a:pt x="1480275" y="605446"/>
                </a:lnTo>
                <a:lnTo>
                  <a:pt x="1541954" y="430798"/>
                </a:lnTo>
                <a:lnTo>
                  <a:pt x="1850344" y="360939"/>
                </a:lnTo>
                <a:lnTo>
                  <a:pt x="2158735" y="232864"/>
                </a:lnTo>
                <a:lnTo>
                  <a:pt x="2467125" y="87324"/>
                </a:lnTo>
                <a:lnTo>
                  <a:pt x="2775516" y="0"/>
                </a:lnTo>
                <a:lnTo>
                  <a:pt x="3083907" y="5821"/>
                </a:lnTo>
              </a:path>
            </a:pathLst>
          </a:custGeom>
          <a:noFill/>
          <a:ln w="11430">
            <a:solidFill>
              <a:srgbClr val="5A5A5A"/>
            </a:solidFill>
            <a:prstDash val="sysDot"/>
            <a:round/>
          </a:ln>
        </p:spPr>
        <p:txBody>
          <a:bodyPr rtlCol="0" anchor="ctr"/>
          <a:lstStyle/>
          <a:p>
            <a:pPr algn="ctr"/>
          </a:p>
        </p:txBody>
      </p:sp>
      <p:sp>
        <p:nvSpPr>
          <p:cNvPr id="8" name="!!body_rw_C3"/>
          <p:cNvSpPr/>
          <p:nvPr/>
        </p:nvSpPr>
        <p:spPr>
          <a:xfrm>
            <a:off x="2954275" y="3985804"/>
            <a:ext cx="43180" cy="43180"/>
          </a:xfrm>
          <a:prstGeom prst="diamond">
            <a:avLst/>
          </a:prstGeom>
          <a:solidFill>
            <a:srgbClr val="5A5A5A"/>
          </a:solidFill>
          <a:ln>
            <a:noFill/>
          </a:ln>
        </p:spPr>
        <p:txBody>
          <a:bodyPr rtlCol="0" anchor="ctr"/>
          <a:lstStyle/>
          <a:p>
            <a:pPr algn="ctr"/>
          </a:p>
        </p:txBody>
      </p:sp>
      <p:sp>
        <p:nvSpPr>
          <p:cNvPr id="9" name="!!body_rw_C4"/>
          <p:cNvSpPr/>
          <p:nvPr/>
        </p:nvSpPr>
        <p:spPr>
          <a:xfrm>
            <a:off x="3108471" y="3997448"/>
            <a:ext cx="43180" cy="43180"/>
          </a:xfrm>
          <a:prstGeom prst="diamond">
            <a:avLst/>
          </a:prstGeom>
          <a:solidFill>
            <a:srgbClr val="5A5A5A"/>
          </a:solidFill>
          <a:ln>
            <a:noFill/>
          </a:ln>
        </p:spPr>
        <p:txBody>
          <a:bodyPr rtlCol="0" anchor="ctr"/>
          <a:lstStyle/>
          <a:p>
            <a:pPr algn="ctr"/>
          </a:p>
        </p:txBody>
      </p:sp>
      <p:sp>
        <p:nvSpPr>
          <p:cNvPr id="10" name="!!body_rw_C5"/>
          <p:cNvSpPr/>
          <p:nvPr/>
        </p:nvSpPr>
        <p:spPr>
          <a:xfrm>
            <a:off x="3262666" y="3857729"/>
            <a:ext cx="43180" cy="43180"/>
          </a:xfrm>
          <a:prstGeom prst="diamond">
            <a:avLst/>
          </a:prstGeom>
          <a:solidFill>
            <a:srgbClr val="5A5A5A"/>
          </a:solidFill>
          <a:ln>
            <a:noFill/>
          </a:ln>
        </p:spPr>
        <p:txBody>
          <a:bodyPr rtlCol="0" anchor="ctr"/>
          <a:lstStyle/>
          <a:p>
            <a:pPr algn="ctr"/>
          </a:p>
        </p:txBody>
      </p:sp>
      <p:sp>
        <p:nvSpPr>
          <p:cNvPr id="11" name="!!body_rw_C6"/>
          <p:cNvSpPr/>
          <p:nvPr/>
        </p:nvSpPr>
        <p:spPr>
          <a:xfrm>
            <a:off x="3416861" y="3706368"/>
            <a:ext cx="43180" cy="43180"/>
          </a:xfrm>
          <a:prstGeom prst="diamond">
            <a:avLst/>
          </a:prstGeom>
          <a:solidFill>
            <a:srgbClr val="5A5A5A"/>
          </a:solidFill>
          <a:ln>
            <a:noFill/>
          </a:ln>
        </p:spPr>
        <p:txBody>
          <a:bodyPr rtlCol="0" anchor="ctr"/>
          <a:lstStyle/>
          <a:p>
            <a:pPr algn="ctr"/>
          </a:p>
        </p:txBody>
      </p:sp>
      <p:sp>
        <p:nvSpPr>
          <p:cNvPr id="12" name="!!body_rw_C7"/>
          <p:cNvSpPr/>
          <p:nvPr/>
        </p:nvSpPr>
        <p:spPr>
          <a:xfrm>
            <a:off x="3571057" y="3624865"/>
            <a:ext cx="43180" cy="43180"/>
          </a:xfrm>
          <a:prstGeom prst="diamond">
            <a:avLst/>
          </a:prstGeom>
          <a:solidFill>
            <a:srgbClr val="5A5A5A"/>
          </a:solidFill>
          <a:ln>
            <a:noFill/>
          </a:ln>
        </p:spPr>
        <p:txBody>
          <a:bodyPr rtlCol="0" anchor="ctr"/>
          <a:lstStyle/>
          <a:p>
            <a:pPr algn="ctr"/>
          </a:p>
        </p:txBody>
      </p:sp>
      <p:sp>
        <p:nvSpPr>
          <p:cNvPr id="13" name="!!body_rw_T1"/>
          <p:cNvSpPr/>
          <p:nvPr/>
        </p:nvSpPr>
        <p:spPr>
          <a:xfrm>
            <a:off x="3725252" y="3368715"/>
            <a:ext cx="43180" cy="43180"/>
          </a:xfrm>
          <a:prstGeom prst="diamond">
            <a:avLst/>
          </a:prstGeom>
          <a:solidFill>
            <a:srgbClr val="5A5A5A"/>
          </a:solidFill>
          <a:ln>
            <a:noFill/>
          </a:ln>
        </p:spPr>
        <p:txBody>
          <a:bodyPr rtlCol="0" anchor="ctr"/>
          <a:lstStyle/>
          <a:p>
            <a:pPr algn="ctr"/>
          </a:p>
        </p:txBody>
      </p:sp>
      <p:sp>
        <p:nvSpPr>
          <p:cNvPr id="14" name="!!body_rw_T2"/>
          <p:cNvSpPr/>
          <p:nvPr/>
        </p:nvSpPr>
        <p:spPr>
          <a:xfrm>
            <a:off x="3879447" y="3392001"/>
            <a:ext cx="43180" cy="43180"/>
          </a:xfrm>
          <a:prstGeom prst="diamond">
            <a:avLst/>
          </a:prstGeom>
          <a:solidFill>
            <a:srgbClr val="5A5A5A"/>
          </a:solidFill>
          <a:ln>
            <a:noFill/>
          </a:ln>
        </p:spPr>
        <p:txBody>
          <a:bodyPr rtlCol="0" anchor="ctr"/>
          <a:lstStyle/>
          <a:p>
            <a:pPr algn="ctr"/>
          </a:p>
        </p:txBody>
      </p:sp>
      <p:sp>
        <p:nvSpPr>
          <p:cNvPr id="15" name="!!body_rw_T3"/>
          <p:cNvSpPr/>
          <p:nvPr/>
        </p:nvSpPr>
        <p:spPr>
          <a:xfrm>
            <a:off x="3941125" y="3479325"/>
            <a:ext cx="43180" cy="43180"/>
          </a:xfrm>
          <a:prstGeom prst="diamond">
            <a:avLst/>
          </a:prstGeom>
          <a:solidFill>
            <a:srgbClr val="5A5A5A"/>
          </a:solidFill>
          <a:ln>
            <a:noFill/>
          </a:ln>
        </p:spPr>
        <p:txBody>
          <a:bodyPr rtlCol="0" anchor="ctr"/>
          <a:lstStyle/>
          <a:p>
            <a:pPr algn="ctr"/>
          </a:p>
        </p:txBody>
      </p:sp>
      <p:sp>
        <p:nvSpPr>
          <p:cNvPr id="16" name="!!body_rw_T4"/>
          <p:cNvSpPr/>
          <p:nvPr/>
        </p:nvSpPr>
        <p:spPr>
          <a:xfrm>
            <a:off x="4002804" y="3473504"/>
            <a:ext cx="43180" cy="43180"/>
          </a:xfrm>
          <a:prstGeom prst="diamond">
            <a:avLst/>
          </a:prstGeom>
          <a:solidFill>
            <a:srgbClr val="5A5A5A"/>
          </a:solidFill>
          <a:ln>
            <a:noFill/>
          </a:ln>
        </p:spPr>
        <p:txBody>
          <a:bodyPr rtlCol="0" anchor="ctr"/>
          <a:lstStyle/>
          <a:p>
            <a:pPr algn="ctr"/>
          </a:p>
        </p:txBody>
      </p:sp>
      <p:sp>
        <p:nvSpPr>
          <p:cNvPr id="17" name="!!body_rw_T5"/>
          <p:cNvSpPr/>
          <p:nvPr/>
        </p:nvSpPr>
        <p:spPr>
          <a:xfrm>
            <a:off x="4064482" y="3415288"/>
            <a:ext cx="43180" cy="43180"/>
          </a:xfrm>
          <a:prstGeom prst="diamond">
            <a:avLst/>
          </a:prstGeom>
          <a:solidFill>
            <a:srgbClr val="5A5A5A"/>
          </a:solidFill>
          <a:ln>
            <a:noFill/>
          </a:ln>
        </p:spPr>
        <p:txBody>
          <a:bodyPr rtlCol="0" anchor="ctr"/>
          <a:lstStyle/>
          <a:p>
            <a:pPr algn="ctr"/>
          </a:p>
        </p:txBody>
      </p:sp>
      <p:sp>
        <p:nvSpPr>
          <p:cNvPr id="18" name="!!body_rw_T6"/>
          <p:cNvSpPr/>
          <p:nvPr/>
        </p:nvSpPr>
        <p:spPr>
          <a:xfrm>
            <a:off x="4126160" y="3345428"/>
            <a:ext cx="43180" cy="43180"/>
          </a:xfrm>
          <a:prstGeom prst="diamond">
            <a:avLst/>
          </a:prstGeom>
          <a:solidFill>
            <a:srgbClr val="5A5A5A"/>
          </a:solidFill>
          <a:ln>
            <a:noFill/>
          </a:ln>
        </p:spPr>
        <p:txBody>
          <a:bodyPr rtlCol="0" anchor="ctr"/>
          <a:lstStyle/>
          <a:p>
            <a:pPr algn="ctr"/>
          </a:p>
        </p:txBody>
      </p:sp>
      <p:sp>
        <p:nvSpPr>
          <p:cNvPr id="19" name="!!body_rw_T7"/>
          <p:cNvSpPr/>
          <p:nvPr/>
        </p:nvSpPr>
        <p:spPr>
          <a:xfrm>
            <a:off x="4187838" y="3293034"/>
            <a:ext cx="43180" cy="43180"/>
          </a:xfrm>
          <a:prstGeom prst="diamond">
            <a:avLst/>
          </a:prstGeom>
          <a:solidFill>
            <a:srgbClr val="5A5A5A"/>
          </a:solidFill>
          <a:ln>
            <a:noFill/>
          </a:ln>
        </p:spPr>
        <p:txBody>
          <a:bodyPr rtlCol="0" anchor="ctr"/>
          <a:lstStyle/>
          <a:p>
            <a:pPr algn="ctr"/>
          </a:p>
        </p:txBody>
      </p:sp>
      <p:sp>
        <p:nvSpPr>
          <p:cNvPr id="20" name="!!body_rw_T8"/>
          <p:cNvSpPr/>
          <p:nvPr/>
        </p:nvSpPr>
        <p:spPr>
          <a:xfrm>
            <a:off x="4249516" y="3211532"/>
            <a:ext cx="43180" cy="43180"/>
          </a:xfrm>
          <a:prstGeom prst="diamond">
            <a:avLst/>
          </a:prstGeom>
          <a:solidFill>
            <a:srgbClr val="5A5A5A"/>
          </a:solidFill>
          <a:ln>
            <a:noFill/>
          </a:ln>
        </p:spPr>
        <p:txBody>
          <a:bodyPr rtlCol="0" anchor="ctr"/>
          <a:lstStyle/>
          <a:p>
            <a:pPr algn="ctr"/>
          </a:p>
        </p:txBody>
      </p:sp>
      <p:sp>
        <p:nvSpPr>
          <p:cNvPr id="21" name="!!body_rw_T9"/>
          <p:cNvSpPr/>
          <p:nvPr/>
        </p:nvSpPr>
        <p:spPr>
          <a:xfrm>
            <a:off x="4311194" y="3065992"/>
            <a:ext cx="43180" cy="43180"/>
          </a:xfrm>
          <a:prstGeom prst="diamond">
            <a:avLst/>
          </a:prstGeom>
          <a:solidFill>
            <a:srgbClr val="5A5A5A"/>
          </a:solidFill>
          <a:ln>
            <a:noFill/>
          </a:ln>
        </p:spPr>
        <p:txBody>
          <a:bodyPr rtlCol="0" anchor="ctr"/>
          <a:lstStyle/>
          <a:p>
            <a:pPr algn="ctr"/>
          </a:p>
        </p:txBody>
      </p:sp>
      <p:sp>
        <p:nvSpPr>
          <p:cNvPr id="22" name="!!body_rw_T10"/>
          <p:cNvSpPr/>
          <p:nvPr/>
        </p:nvSpPr>
        <p:spPr>
          <a:xfrm>
            <a:off x="4372872" y="2926273"/>
            <a:ext cx="43180" cy="43180"/>
          </a:xfrm>
          <a:prstGeom prst="diamond">
            <a:avLst/>
          </a:prstGeom>
          <a:solidFill>
            <a:srgbClr val="5A5A5A"/>
          </a:solidFill>
          <a:ln>
            <a:noFill/>
          </a:ln>
        </p:spPr>
        <p:txBody>
          <a:bodyPr rtlCol="0" anchor="ctr"/>
          <a:lstStyle/>
          <a:p>
            <a:pPr algn="ctr"/>
          </a:p>
        </p:txBody>
      </p:sp>
      <p:sp>
        <p:nvSpPr>
          <p:cNvPr id="23" name="!!body_rw_T11"/>
          <p:cNvSpPr/>
          <p:nvPr/>
        </p:nvSpPr>
        <p:spPr>
          <a:xfrm>
            <a:off x="4434550" y="2710874"/>
            <a:ext cx="43180" cy="43180"/>
          </a:xfrm>
          <a:prstGeom prst="diamond">
            <a:avLst/>
          </a:prstGeom>
          <a:solidFill>
            <a:srgbClr val="5A5A5A"/>
          </a:solidFill>
          <a:ln>
            <a:noFill/>
          </a:ln>
        </p:spPr>
        <p:txBody>
          <a:bodyPr rtlCol="0" anchor="ctr"/>
          <a:lstStyle/>
          <a:p>
            <a:pPr algn="ctr"/>
          </a:p>
        </p:txBody>
      </p:sp>
      <p:sp>
        <p:nvSpPr>
          <p:cNvPr id="24" name="!!body_rw_T12"/>
          <p:cNvSpPr/>
          <p:nvPr/>
        </p:nvSpPr>
        <p:spPr>
          <a:xfrm>
            <a:off x="4496229" y="2536226"/>
            <a:ext cx="43180" cy="43180"/>
          </a:xfrm>
          <a:prstGeom prst="diamond">
            <a:avLst/>
          </a:prstGeom>
          <a:solidFill>
            <a:srgbClr val="5A5A5A"/>
          </a:solidFill>
          <a:ln>
            <a:noFill/>
          </a:ln>
        </p:spPr>
        <p:txBody>
          <a:bodyPr rtlCol="0" anchor="ctr"/>
          <a:lstStyle/>
          <a:p>
            <a:pPr algn="ctr"/>
          </a:p>
        </p:txBody>
      </p:sp>
      <p:sp>
        <p:nvSpPr>
          <p:cNvPr id="25" name="!!body_rw_L1"/>
          <p:cNvSpPr/>
          <p:nvPr/>
        </p:nvSpPr>
        <p:spPr>
          <a:xfrm>
            <a:off x="4804619" y="2466367"/>
            <a:ext cx="43180" cy="43180"/>
          </a:xfrm>
          <a:prstGeom prst="diamond">
            <a:avLst/>
          </a:prstGeom>
          <a:solidFill>
            <a:srgbClr val="5A5A5A"/>
          </a:solidFill>
          <a:ln>
            <a:noFill/>
          </a:ln>
        </p:spPr>
        <p:txBody>
          <a:bodyPr rtlCol="0" anchor="ctr"/>
          <a:lstStyle/>
          <a:p>
            <a:pPr algn="ctr"/>
          </a:p>
        </p:txBody>
      </p:sp>
      <p:sp>
        <p:nvSpPr>
          <p:cNvPr id="26" name="!!body_rw_L2"/>
          <p:cNvSpPr/>
          <p:nvPr/>
        </p:nvSpPr>
        <p:spPr>
          <a:xfrm>
            <a:off x="5113010" y="2338292"/>
            <a:ext cx="43180" cy="43180"/>
          </a:xfrm>
          <a:prstGeom prst="diamond">
            <a:avLst/>
          </a:prstGeom>
          <a:solidFill>
            <a:srgbClr val="5A5A5A"/>
          </a:solidFill>
          <a:ln>
            <a:noFill/>
          </a:ln>
        </p:spPr>
        <p:txBody>
          <a:bodyPr rtlCol="0" anchor="ctr"/>
          <a:lstStyle/>
          <a:p>
            <a:pPr algn="ctr"/>
          </a:p>
        </p:txBody>
      </p:sp>
      <p:sp>
        <p:nvSpPr>
          <p:cNvPr id="27" name="!!body_rw_L3"/>
          <p:cNvSpPr/>
          <p:nvPr/>
        </p:nvSpPr>
        <p:spPr>
          <a:xfrm>
            <a:off x="5421400" y="2192752"/>
            <a:ext cx="43180" cy="43180"/>
          </a:xfrm>
          <a:prstGeom prst="diamond">
            <a:avLst/>
          </a:prstGeom>
          <a:solidFill>
            <a:srgbClr val="5A5A5A"/>
          </a:solidFill>
          <a:ln>
            <a:noFill/>
          </a:ln>
        </p:spPr>
        <p:txBody>
          <a:bodyPr rtlCol="0" anchor="ctr"/>
          <a:lstStyle/>
          <a:p>
            <a:pPr algn="ctr"/>
          </a:p>
        </p:txBody>
      </p:sp>
      <p:sp>
        <p:nvSpPr>
          <p:cNvPr id="28" name="!!body_rw_L4"/>
          <p:cNvSpPr/>
          <p:nvPr/>
        </p:nvSpPr>
        <p:spPr>
          <a:xfrm>
            <a:off x="5729791" y="2105428"/>
            <a:ext cx="43180" cy="43180"/>
          </a:xfrm>
          <a:prstGeom prst="diamond">
            <a:avLst/>
          </a:prstGeom>
          <a:solidFill>
            <a:srgbClr val="5A5A5A"/>
          </a:solidFill>
          <a:ln>
            <a:noFill/>
          </a:ln>
        </p:spPr>
        <p:txBody>
          <a:bodyPr rtlCol="0" anchor="ctr"/>
          <a:lstStyle/>
          <a:p>
            <a:pPr algn="ctr"/>
          </a:p>
        </p:txBody>
      </p:sp>
      <p:sp>
        <p:nvSpPr>
          <p:cNvPr id="29" name="!!body_rw_L5"/>
          <p:cNvSpPr/>
          <p:nvPr/>
        </p:nvSpPr>
        <p:spPr>
          <a:xfrm>
            <a:off x="6038182" y="2111249"/>
            <a:ext cx="43180" cy="43180"/>
          </a:xfrm>
          <a:prstGeom prst="diamond">
            <a:avLst/>
          </a:prstGeom>
          <a:solidFill>
            <a:srgbClr val="5A5A5A"/>
          </a:solidFill>
          <a:ln>
            <a:noFill/>
          </a:ln>
        </p:spPr>
        <p:txBody>
          <a:bodyPr rtlCol="0" anchor="ctr"/>
          <a:lstStyle/>
          <a:p>
            <a:pPr algn="ctr"/>
          </a:p>
        </p:txBody>
      </p:sp>
      <p:sp>
        <p:nvSpPr>
          <p:cNvPr id="30" name="!!body_rd"/>
          <p:cNvSpPr/>
          <p:nvPr/>
        </p:nvSpPr>
        <p:spPr>
          <a:xfrm>
            <a:off x="2975865" y="2942042"/>
            <a:ext cx="3083907" cy="1193428"/>
          </a:xfrm>
          <a:custGeom>
            <a:avLst/>
            <a:gdLst/>
            <a:ahLst/>
            <a:cxnLst/>
            <a:rect l="l" t="t" r="r" b="b"/>
            <a:pathLst>
              <a:path w="3083907" h="1193428">
                <a:moveTo>
                  <a:pt x="0" y="1193428"/>
                </a:moveTo>
                <a:lnTo>
                  <a:pt x="154196" y="1175963"/>
                </a:lnTo>
                <a:lnTo>
                  <a:pt x="308391" y="1181784"/>
                </a:lnTo>
                <a:lnTo>
                  <a:pt x="462586" y="1111925"/>
                </a:lnTo>
                <a:lnTo>
                  <a:pt x="616782" y="1012958"/>
                </a:lnTo>
                <a:lnTo>
                  <a:pt x="770977" y="989672"/>
                </a:lnTo>
                <a:lnTo>
                  <a:pt x="925172" y="925634"/>
                </a:lnTo>
                <a:lnTo>
                  <a:pt x="986850" y="745164"/>
                </a:lnTo>
                <a:lnTo>
                  <a:pt x="1048529" y="710235"/>
                </a:lnTo>
                <a:lnTo>
                  <a:pt x="1110207" y="652019"/>
                </a:lnTo>
                <a:lnTo>
                  <a:pt x="1171885" y="553052"/>
                </a:lnTo>
                <a:lnTo>
                  <a:pt x="1233563" y="471549"/>
                </a:lnTo>
                <a:lnTo>
                  <a:pt x="1295241" y="442441"/>
                </a:lnTo>
                <a:lnTo>
                  <a:pt x="1356919" y="360939"/>
                </a:lnTo>
                <a:lnTo>
                  <a:pt x="1418597" y="291080"/>
                </a:lnTo>
                <a:lnTo>
                  <a:pt x="1480275" y="209577"/>
                </a:lnTo>
                <a:lnTo>
                  <a:pt x="1541954" y="157183"/>
                </a:lnTo>
                <a:lnTo>
                  <a:pt x="1850344" y="81502"/>
                </a:lnTo>
                <a:lnTo>
                  <a:pt x="2158735" y="52394"/>
                </a:lnTo>
                <a:lnTo>
                  <a:pt x="2467125" y="17464"/>
                </a:lnTo>
                <a:lnTo>
                  <a:pt x="2775516" y="0"/>
                </a:lnTo>
                <a:lnTo>
                  <a:pt x="3083907" y="46572"/>
                </a:lnTo>
              </a:path>
            </a:pathLst>
          </a:custGeom>
          <a:noFill/>
          <a:ln w="11430">
            <a:solidFill>
              <a:srgbClr val="5A5A5A"/>
            </a:solidFill>
            <a:prstDash val="sysDot"/>
            <a:round/>
          </a:ln>
        </p:spPr>
        <p:txBody>
          <a:bodyPr rtlCol="0" anchor="ctr"/>
          <a:lstStyle/>
          <a:p>
            <a:pPr algn="ctr"/>
          </a:p>
        </p:txBody>
      </p:sp>
      <p:sp>
        <p:nvSpPr>
          <p:cNvPr id="31" name="!!body_rd_C3"/>
          <p:cNvSpPr/>
          <p:nvPr/>
        </p:nvSpPr>
        <p:spPr>
          <a:xfrm>
            <a:off x="2954275" y="4113880"/>
            <a:ext cx="43180" cy="43180"/>
          </a:xfrm>
          <a:prstGeom prst="diamond">
            <a:avLst/>
          </a:prstGeom>
          <a:solidFill>
            <a:srgbClr val="5A5A5A"/>
          </a:solidFill>
          <a:ln>
            <a:noFill/>
          </a:ln>
        </p:spPr>
        <p:txBody>
          <a:bodyPr rtlCol="0" anchor="ctr"/>
          <a:lstStyle/>
          <a:p>
            <a:pPr algn="ctr"/>
          </a:p>
        </p:txBody>
      </p:sp>
      <p:sp>
        <p:nvSpPr>
          <p:cNvPr id="32" name="!!body_rd_C4"/>
          <p:cNvSpPr/>
          <p:nvPr/>
        </p:nvSpPr>
        <p:spPr>
          <a:xfrm>
            <a:off x="3108471" y="4096415"/>
            <a:ext cx="43180" cy="43180"/>
          </a:xfrm>
          <a:prstGeom prst="diamond">
            <a:avLst/>
          </a:prstGeom>
          <a:solidFill>
            <a:srgbClr val="5A5A5A"/>
          </a:solidFill>
          <a:ln>
            <a:noFill/>
          </a:ln>
        </p:spPr>
        <p:txBody>
          <a:bodyPr rtlCol="0" anchor="ctr"/>
          <a:lstStyle/>
          <a:p>
            <a:pPr algn="ctr"/>
          </a:p>
        </p:txBody>
      </p:sp>
      <p:sp>
        <p:nvSpPr>
          <p:cNvPr id="33" name="!!body_rd_C5"/>
          <p:cNvSpPr/>
          <p:nvPr/>
        </p:nvSpPr>
        <p:spPr>
          <a:xfrm>
            <a:off x="3262666" y="4102236"/>
            <a:ext cx="43180" cy="43180"/>
          </a:xfrm>
          <a:prstGeom prst="diamond">
            <a:avLst/>
          </a:prstGeom>
          <a:solidFill>
            <a:srgbClr val="5A5A5A"/>
          </a:solidFill>
          <a:ln>
            <a:noFill/>
          </a:ln>
        </p:spPr>
        <p:txBody>
          <a:bodyPr rtlCol="0" anchor="ctr"/>
          <a:lstStyle/>
          <a:p>
            <a:pPr algn="ctr"/>
          </a:p>
        </p:txBody>
      </p:sp>
      <p:sp>
        <p:nvSpPr>
          <p:cNvPr id="34" name="!!body_rd_C6"/>
          <p:cNvSpPr/>
          <p:nvPr/>
        </p:nvSpPr>
        <p:spPr>
          <a:xfrm>
            <a:off x="3416861" y="4032377"/>
            <a:ext cx="43180" cy="43180"/>
          </a:xfrm>
          <a:prstGeom prst="diamond">
            <a:avLst/>
          </a:prstGeom>
          <a:solidFill>
            <a:srgbClr val="5A5A5A"/>
          </a:solidFill>
          <a:ln>
            <a:noFill/>
          </a:ln>
        </p:spPr>
        <p:txBody>
          <a:bodyPr rtlCol="0" anchor="ctr"/>
          <a:lstStyle/>
          <a:p>
            <a:pPr algn="ctr"/>
          </a:p>
        </p:txBody>
      </p:sp>
      <p:sp>
        <p:nvSpPr>
          <p:cNvPr id="35" name="!!body_rd_C7"/>
          <p:cNvSpPr/>
          <p:nvPr/>
        </p:nvSpPr>
        <p:spPr>
          <a:xfrm>
            <a:off x="3571057" y="3933410"/>
            <a:ext cx="43180" cy="43180"/>
          </a:xfrm>
          <a:prstGeom prst="diamond">
            <a:avLst/>
          </a:prstGeom>
          <a:solidFill>
            <a:srgbClr val="5A5A5A"/>
          </a:solidFill>
          <a:ln>
            <a:noFill/>
          </a:ln>
        </p:spPr>
        <p:txBody>
          <a:bodyPr rtlCol="0" anchor="ctr"/>
          <a:lstStyle/>
          <a:p>
            <a:pPr algn="ctr"/>
          </a:p>
        </p:txBody>
      </p:sp>
      <p:sp>
        <p:nvSpPr>
          <p:cNvPr id="36" name="!!body_rd_T1"/>
          <p:cNvSpPr/>
          <p:nvPr/>
        </p:nvSpPr>
        <p:spPr>
          <a:xfrm>
            <a:off x="3725252" y="3910124"/>
            <a:ext cx="43180" cy="43180"/>
          </a:xfrm>
          <a:prstGeom prst="diamond">
            <a:avLst/>
          </a:prstGeom>
          <a:solidFill>
            <a:srgbClr val="5A5A5A"/>
          </a:solidFill>
          <a:ln>
            <a:noFill/>
          </a:ln>
        </p:spPr>
        <p:txBody>
          <a:bodyPr rtlCol="0" anchor="ctr"/>
          <a:lstStyle/>
          <a:p>
            <a:pPr algn="ctr"/>
          </a:p>
        </p:txBody>
      </p:sp>
      <p:sp>
        <p:nvSpPr>
          <p:cNvPr id="37" name="!!body_rd_T2"/>
          <p:cNvSpPr/>
          <p:nvPr/>
        </p:nvSpPr>
        <p:spPr>
          <a:xfrm>
            <a:off x="3879447" y="3846086"/>
            <a:ext cx="43180" cy="43180"/>
          </a:xfrm>
          <a:prstGeom prst="diamond">
            <a:avLst/>
          </a:prstGeom>
          <a:solidFill>
            <a:srgbClr val="5A5A5A"/>
          </a:solidFill>
          <a:ln>
            <a:noFill/>
          </a:ln>
        </p:spPr>
        <p:txBody>
          <a:bodyPr rtlCol="0" anchor="ctr"/>
          <a:lstStyle/>
          <a:p>
            <a:pPr algn="ctr"/>
          </a:p>
        </p:txBody>
      </p:sp>
      <p:sp>
        <p:nvSpPr>
          <p:cNvPr id="38" name="!!body_rd_T3"/>
          <p:cNvSpPr/>
          <p:nvPr/>
        </p:nvSpPr>
        <p:spPr>
          <a:xfrm>
            <a:off x="3941125" y="3665616"/>
            <a:ext cx="43180" cy="43180"/>
          </a:xfrm>
          <a:prstGeom prst="diamond">
            <a:avLst/>
          </a:prstGeom>
          <a:solidFill>
            <a:srgbClr val="5A5A5A"/>
          </a:solidFill>
          <a:ln>
            <a:noFill/>
          </a:ln>
        </p:spPr>
        <p:txBody>
          <a:bodyPr rtlCol="0" anchor="ctr"/>
          <a:lstStyle/>
          <a:p>
            <a:pPr algn="ctr"/>
          </a:p>
        </p:txBody>
      </p:sp>
      <p:sp>
        <p:nvSpPr>
          <p:cNvPr id="39" name="!!body_rd_T4"/>
          <p:cNvSpPr/>
          <p:nvPr/>
        </p:nvSpPr>
        <p:spPr>
          <a:xfrm>
            <a:off x="4002804" y="3630687"/>
            <a:ext cx="43180" cy="43180"/>
          </a:xfrm>
          <a:prstGeom prst="diamond">
            <a:avLst/>
          </a:prstGeom>
          <a:solidFill>
            <a:srgbClr val="5A5A5A"/>
          </a:solidFill>
          <a:ln>
            <a:noFill/>
          </a:ln>
        </p:spPr>
        <p:txBody>
          <a:bodyPr rtlCol="0" anchor="ctr"/>
          <a:lstStyle/>
          <a:p>
            <a:pPr algn="ctr"/>
          </a:p>
        </p:txBody>
      </p:sp>
      <p:sp>
        <p:nvSpPr>
          <p:cNvPr id="40" name="!!body_rd_T5"/>
          <p:cNvSpPr/>
          <p:nvPr/>
        </p:nvSpPr>
        <p:spPr>
          <a:xfrm>
            <a:off x="4064482" y="3572471"/>
            <a:ext cx="43180" cy="43180"/>
          </a:xfrm>
          <a:prstGeom prst="diamond">
            <a:avLst/>
          </a:prstGeom>
          <a:solidFill>
            <a:srgbClr val="5A5A5A"/>
          </a:solidFill>
          <a:ln>
            <a:noFill/>
          </a:ln>
        </p:spPr>
        <p:txBody>
          <a:bodyPr rtlCol="0" anchor="ctr"/>
          <a:lstStyle/>
          <a:p>
            <a:pPr algn="ctr"/>
          </a:p>
        </p:txBody>
      </p:sp>
      <p:sp>
        <p:nvSpPr>
          <p:cNvPr id="41" name="!!body_rd_T6"/>
          <p:cNvSpPr/>
          <p:nvPr/>
        </p:nvSpPr>
        <p:spPr>
          <a:xfrm>
            <a:off x="4126160" y="3473504"/>
            <a:ext cx="43180" cy="43180"/>
          </a:xfrm>
          <a:prstGeom prst="diamond">
            <a:avLst/>
          </a:prstGeom>
          <a:solidFill>
            <a:srgbClr val="5A5A5A"/>
          </a:solidFill>
          <a:ln>
            <a:noFill/>
          </a:ln>
        </p:spPr>
        <p:txBody>
          <a:bodyPr rtlCol="0" anchor="ctr"/>
          <a:lstStyle/>
          <a:p>
            <a:pPr algn="ctr"/>
          </a:p>
        </p:txBody>
      </p:sp>
      <p:sp>
        <p:nvSpPr>
          <p:cNvPr id="42" name="!!body_rd_T7"/>
          <p:cNvSpPr/>
          <p:nvPr/>
        </p:nvSpPr>
        <p:spPr>
          <a:xfrm>
            <a:off x="4187838" y="3392001"/>
            <a:ext cx="43180" cy="43180"/>
          </a:xfrm>
          <a:prstGeom prst="diamond">
            <a:avLst/>
          </a:prstGeom>
          <a:solidFill>
            <a:srgbClr val="5A5A5A"/>
          </a:solidFill>
          <a:ln>
            <a:noFill/>
          </a:ln>
        </p:spPr>
        <p:txBody>
          <a:bodyPr rtlCol="0" anchor="ctr"/>
          <a:lstStyle/>
          <a:p>
            <a:pPr algn="ctr"/>
          </a:p>
        </p:txBody>
      </p:sp>
      <p:sp>
        <p:nvSpPr>
          <p:cNvPr id="43" name="!!body_rd_T8"/>
          <p:cNvSpPr/>
          <p:nvPr/>
        </p:nvSpPr>
        <p:spPr>
          <a:xfrm>
            <a:off x="4249516" y="3362893"/>
            <a:ext cx="43180" cy="43180"/>
          </a:xfrm>
          <a:prstGeom prst="diamond">
            <a:avLst/>
          </a:prstGeom>
          <a:solidFill>
            <a:srgbClr val="5A5A5A"/>
          </a:solidFill>
          <a:ln>
            <a:noFill/>
          </a:ln>
        </p:spPr>
        <p:txBody>
          <a:bodyPr rtlCol="0" anchor="ctr"/>
          <a:lstStyle/>
          <a:p>
            <a:pPr algn="ctr"/>
          </a:p>
        </p:txBody>
      </p:sp>
      <p:sp>
        <p:nvSpPr>
          <p:cNvPr id="44" name="!!body_rd_T9"/>
          <p:cNvSpPr/>
          <p:nvPr/>
        </p:nvSpPr>
        <p:spPr>
          <a:xfrm>
            <a:off x="4311194" y="3281391"/>
            <a:ext cx="43180" cy="43180"/>
          </a:xfrm>
          <a:prstGeom prst="diamond">
            <a:avLst/>
          </a:prstGeom>
          <a:solidFill>
            <a:srgbClr val="5A5A5A"/>
          </a:solidFill>
          <a:ln>
            <a:noFill/>
          </a:ln>
        </p:spPr>
        <p:txBody>
          <a:bodyPr rtlCol="0" anchor="ctr"/>
          <a:lstStyle/>
          <a:p>
            <a:pPr algn="ctr"/>
          </a:p>
        </p:txBody>
      </p:sp>
      <p:sp>
        <p:nvSpPr>
          <p:cNvPr id="45" name="!!body_rd_T10"/>
          <p:cNvSpPr/>
          <p:nvPr/>
        </p:nvSpPr>
        <p:spPr>
          <a:xfrm>
            <a:off x="4372872" y="3211532"/>
            <a:ext cx="43180" cy="43180"/>
          </a:xfrm>
          <a:prstGeom prst="diamond">
            <a:avLst/>
          </a:prstGeom>
          <a:solidFill>
            <a:srgbClr val="5A5A5A"/>
          </a:solidFill>
          <a:ln>
            <a:noFill/>
          </a:ln>
        </p:spPr>
        <p:txBody>
          <a:bodyPr rtlCol="0" anchor="ctr"/>
          <a:lstStyle/>
          <a:p>
            <a:pPr algn="ctr"/>
          </a:p>
        </p:txBody>
      </p:sp>
      <p:sp>
        <p:nvSpPr>
          <p:cNvPr id="46" name="!!body_rd_T11"/>
          <p:cNvSpPr/>
          <p:nvPr/>
        </p:nvSpPr>
        <p:spPr>
          <a:xfrm>
            <a:off x="4434550" y="3130029"/>
            <a:ext cx="43180" cy="43180"/>
          </a:xfrm>
          <a:prstGeom prst="diamond">
            <a:avLst/>
          </a:prstGeom>
          <a:solidFill>
            <a:srgbClr val="5A5A5A"/>
          </a:solidFill>
          <a:ln>
            <a:noFill/>
          </a:ln>
        </p:spPr>
        <p:txBody>
          <a:bodyPr rtlCol="0" anchor="ctr"/>
          <a:lstStyle/>
          <a:p>
            <a:pPr algn="ctr"/>
          </a:p>
        </p:txBody>
      </p:sp>
      <p:sp>
        <p:nvSpPr>
          <p:cNvPr id="47" name="!!body_rd_T12"/>
          <p:cNvSpPr/>
          <p:nvPr/>
        </p:nvSpPr>
        <p:spPr>
          <a:xfrm>
            <a:off x="4496229" y="3077635"/>
            <a:ext cx="43180" cy="43180"/>
          </a:xfrm>
          <a:prstGeom prst="diamond">
            <a:avLst/>
          </a:prstGeom>
          <a:solidFill>
            <a:srgbClr val="5A5A5A"/>
          </a:solidFill>
          <a:ln>
            <a:noFill/>
          </a:ln>
        </p:spPr>
        <p:txBody>
          <a:bodyPr rtlCol="0" anchor="ctr"/>
          <a:lstStyle/>
          <a:p>
            <a:pPr algn="ctr"/>
          </a:p>
        </p:txBody>
      </p:sp>
      <p:sp>
        <p:nvSpPr>
          <p:cNvPr id="48" name="!!body_rd_L1"/>
          <p:cNvSpPr/>
          <p:nvPr/>
        </p:nvSpPr>
        <p:spPr>
          <a:xfrm>
            <a:off x="4804619" y="3001954"/>
            <a:ext cx="43180" cy="43180"/>
          </a:xfrm>
          <a:prstGeom prst="diamond">
            <a:avLst/>
          </a:prstGeom>
          <a:solidFill>
            <a:srgbClr val="5A5A5A"/>
          </a:solidFill>
          <a:ln>
            <a:noFill/>
          </a:ln>
        </p:spPr>
        <p:txBody>
          <a:bodyPr rtlCol="0" anchor="ctr"/>
          <a:lstStyle/>
          <a:p>
            <a:pPr algn="ctr"/>
          </a:p>
        </p:txBody>
      </p:sp>
      <p:sp>
        <p:nvSpPr>
          <p:cNvPr id="49" name="!!body_rd_L2"/>
          <p:cNvSpPr/>
          <p:nvPr/>
        </p:nvSpPr>
        <p:spPr>
          <a:xfrm>
            <a:off x="5113010" y="2972846"/>
            <a:ext cx="43180" cy="43180"/>
          </a:xfrm>
          <a:prstGeom prst="diamond">
            <a:avLst/>
          </a:prstGeom>
          <a:solidFill>
            <a:srgbClr val="5A5A5A"/>
          </a:solidFill>
          <a:ln>
            <a:noFill/>
          </a:ln>
        </p:spPr>
        <p:txBody>
          <a:bodyPr rtlCol="0" anchor="ctr"/>
          <a:lstStyle/>
          <a:p>
            <a:pPr algn="ctr"/>
          </a:p>
        </p:txBody>
      </p:sp>
      <p:sp>
        <p:nvSpPr>
          <p:cNvPr id="50" name="!!body_rd_L3"/>
          <p:cNvSpPr/>
          <p:nvPr/>
        </p:nvSpPr>
        <p:spPr>
          <a:xfrm>
            <a:off x="5421400" y="2937916"/>
            <a:ext cx="43180" cy="43180"/>
          </a:xfrm>
          <a:prstGeom prst="diamond">
            <a:avLst/>
          </a:prstGeom>
          <a:solidFill>
            <a:srgbClr val="5A5A5A"/>
          </a:solidFill>
          <a:ln>
            <a:noFill/>
          </a:ln>
        </p:spPr>
        <p:txBody>
          <a:bodyPr rtlCol="0" anchor="ctr"/>
          <a:lstStyle/>
          <a:p>
            <a:pPr algn="ctr"/>
          </a:p>
        </p:txBody>
      </p:sp>
      <p:sp>
        <p:nvSpPr>
          <p:cNvPr id="51" name="!!body_rd_L4"/>
          <p:cNvSpPr/>
          <p:nvPr/>
        </p:nvSpPr>
        <p:spPr>
          <a:xfrm>
            <a:off x="5729791" y="2920452"/>
            <a:ext cx="43180" cy="43180"/>
          </a:xfrm>
          <a:prstGeom prst="diamond">
            <a:avLst/>
          </a:prstGeom>
          <a:solidFill>
            <a:srgbClr val="5A5A5A"/>
          </a:solidFill>
          <a:ln>
            <a:noFill/>
          </a:ln>
        </p:spPr>
        <p:txBody>
          <a:bodyPr rtlCol="0" anchor="ctr"/>
          <a:lstStyle/>
          <a:p>
            <a:pPr algn="ctr"/>
          </a:p>
        </p:txBody>
      </p:sp>
      <p:sp>
        <p:nvSpPr>
          <p:cNvPr id="52" name="!!body_rd_L5"/>
          <p:cNvSpPr/>
          <p:nvPr/>
        </p:nvSpPr>
        <p:spPr>
          <a:xfrm>
            <a:off x="6038182" y="2967024"/>
            <a:ext cx="43180" cy="43180"/>
          </a:xfrm>
          <a:prstGeom prst="diamond">
            <a:avLst/>
          </a:prstGeom>
          <a:solidFill>
            <a:srgbClr val="5A5A5A"/>
          </a:solidFill>
          <a:ln>
            <a:noFill/>
          </a:ln>
        </p:spPr>
        <p:txBody>
          <a:bodyPr rtlCol="0" anchor="ctr"/>
          <a:lstStyle/>
          <a:p>
            <a:pPr algn="ctr"/>
          </a:p>
        </p:txBody>
      </p:sp>
      <p:sp>
        <p:nvSpPr>
          <p:cNvPr id="53" name="!!body_w_m"/>
          <p:cNvSpPr/>
          <p:nvPr/>
        </p:nvSpPr>
        <p:spPr>
          <a:xfrm>
            <a:off x="2975865" y="1803171"/>
            <a:ext cx="3083907" cy="2159308"/>
          </a:xfrm>
          <a:custGeom>
            <a:avLst/>
            <a:gdLst/>
            <a:ahLst/>
            <a:cxnLst/>
            <a:rect l="l" t="t" r="r" b="b"/>
            <a:pathLst>
              <a:path w="3083907" h="2159308">
                <a:moveTo>
                  <a:pt x="0" y="2156921"/>
                </a:moveTo>
                <a:lnTo>
                  <a:pt x="154196" y="2159308"/>
                </a:lnTo>
                <a:lnTo>
                  <a:pt x="308391" y="2081049"/>
                </a:lnTo>
                <a:lnTo>
                  <a:pt x="462586" y="1876222"/>
                </a:lnTo>
                <a:lnTo>
                  <a:pt x="616782" y="1859704"/>
                </a:lnTo>
                <a:lnTo>
                  <a:pt x="770977" y="1604314"/>
                </a:lnTo>
                <a:lnTo>
                  <a:pt x="925172" y="1340694"/>
                </a:lnTo>
                <a:lnTo>
                  <a:pt x="986850" y="1537367"/>
                </a:lnTo>
                <a:lnTo>
                  <a:pt x="1048529" y="1551494"/>
                </a:lnTo>
                <a:lnTo>
                  <a:pt x="1110207" y="1481850"/>
                </a:lnTo>
                <a:lnTo>
                  <a:pt x="1171885" y="1379629"/>
                </a:lnTo>
                <a:lnTo>
                  <a:pt x="1233563" y="1251411"/>
                </a:lnTo>
                <a:lnTo>
                  <a:pt x="1295241" y="1127732"/>
                </a:lnTo>
                <a:lnTo>
                  <a:pt x="1356919" y="1001858"/>
                </a:lnTo>
                <a:lnTo>
                  <a:pt x="1418597" y="830742"/>
                </a:lnTo>
                <a:lnTo>
                  <a:pt x="1480275" y="650890"/>
                </a:lnTo>
                <a:lnTo>
                  <a:pt x="1541954" y="614457"/>
                </a:lnTo>
                <a:lnTo>
                  <a:pt x="1850344" y="443535"/>
                </a:lnTo>
                <a:lnTo>
                  <a:pt x="2158735" y="328767"/>
                </a:lnTo>
                <a:lnTo>
                  <a:pt x="2467125" y="143068"/>
                </a:lnTo>
                <a:lnTo>
                  <a:pt x="2775516" y="0"/>
                </a:lnTo>
                <a:lnTo>
                  <a:pt x="3083907" y="215410"/>
                </a:lnTo>
              </a:path>
            </a:pathLst>
          </a:custGeom>
          <a:noFill/>
          <a:ln w="22860">
            <a:solidFill>
              <a:srgbClr val="1F5FA8"/>
            </a:solidFill>
            <a:round/>
          </a:ln>
        </p:spPr>
        <p:txBody>
          <a:bodyPr rtlCol="0" anchor="ctr"/>
          <a:lstStyle/>
          <a:p>
            <a:pPr algn="ctr"/>
          </a:p>
        </p:txBody>
      </p:sp>
      <p:sp>
        <p:nvSpPr>
          <p:cNvPr id="54" name="!!body_w_f"/>
          <p:cNvSpPr/>
          <p:nvPr/>
        </p:nvSpPr>
        <p:spPr>
          <a:xfrm>
            <a:off x="2975865" y="2284184"/>
            <a:ext cx="3083907" cy="1771210"/>
          </a:xfrm>
          <a:custGeom>
            <a:avLst/>
            <a:gdLst/>
            <a:ahLst/>
            <a:cxnLst/>
            <a:rect l="l" t="t" r="r" b="b"/>
            <a:pathLst>
              <a:path w="3083907" h="1771210">
                <a:moveTo>
                  <a:pt x="0" y="1771210"/>
                </a:moveTo>
                <a:lnTo>
                  <a:pt x="154196" y="1735031"/>
                </a:lnTo>
                <a:lnTo>
                  <a:pt x="308391" y="1667887"/>
                </a:lnTo>
                <a:lnTo>
                  <a:pt x="462586" y="1483067"/>
                </a:lnTo>
                <a:lnTo>
                  <a:pt x="616782" y="1486517"/>
                </a:lnTo>
                <a:lnTo>
                  <a:pt x="770977" y="1184764"/>
                </a:lnTo>
                <a:lnTo>
                  <a:pt x="925172" y="1149994"/>
                </a:lnTo>
                <a:lnTo>
                  <a:pt x="986850" y="1325294"/>
                </a:lnTo>
                <a:lnTo>
                  <a:pt x="1048529" y="1372635"/>
                </a:lnTo>
                <a:lnTo>
                  <a:pt x="1110207" y="1320132"/>
                </a:lnTo>
                <a:lnTo>
                  <a:pt x="1171885" y="1209113"/>
                </a:lnTo>
                <a:lnTo>
                  <a:pt x="1233563" y="1118588"/>
                </a:lnTo>
                <a:lnTo>
                  <a:pt x="1295241" y="983436"/>
                </a:lnTo>
                <a:lnTo>
                  <a:pt x="1356919" y="913945"/>
                </a:lnTo>
                <a:lnTo>
                  <a:pt x="1418597" y="748833"/>
                </a:lnTo>
                <a:lnTo>
                  <a:pt x="1480275" y="651074"/>
                </a:lnTo>
                <a:lnTo>
                  <a:pt x="1541954" y="522047"/>
                </a:lnTo>
                <a:lnTo>
                  <a:pt x="1850344" y="389289"/>
                </a:lnTo>
                <a:lnTo>
                  <a:pt x="2158735" y="220136"/>
                </a:lnTo>
                <a:lnTo>
                  <a:pt x="2467125" y="35827"/>
                </a:lnTo>
                <a:lnTo>
                  <a:pt x="2775516" y="0"/>
                </a:lnTo>
                <a:lnTo>
                  <a:pt x="3083907" y="178914"/>
                </a:lnTo>
              </a:path>
            </a:pathLst>
          </a:custGeom>
          <a:noFill/>
          <a:ln w="22860">
            <a:solidFill>
              <a:srgbClr val="C8102E"/>
            </a:solidFill>
            <a:round/>
          </a:ln>
        </p:spPr>
        <p:txBody>
          <a:bodyPr rtlCol="0" anchor="ctr"/>
          <a:lstStyle/>
          <a:p>
            <a:pPr algn="ctr"/>
          </a:p>
        </p:txBody>
      </p:sp>
      <p:sp>
        <p:nvSpPr>
          <p:cNvPr id="55" name="!!body_d_m"/>
          <p:cNvSpPr/>
          <p:nvPr/>
        </p:nvSpPr>
        <p:spPr>
          <a:xfrm>
            <a:off x="2975865" y="2880406"/>
            <a:ext cx="3083907" cy="1260863"/>
          </a:xfrm>
          <a:custGeom>
            <a:avLst/>
            <a:gdLst/>
            <a:ahLst/>
            <a:cxnLst/>
            <a:rect l="l" t="t" r="r" b="b"/>
            <a:pathLst>
              <a:path w="3083907" h="1260863">
                <a:moveTo>
                  <a:pt x="0" y="1260863"/>
                </a:moveTo>
                <a:lnTo>
                  <a:pt x="154196" y="1210272"/>
                </a:lnTo>
                <a:lnTo>
                  <a:pt x="308391" y="1158760"/>
                </a:lnTo>
                <a:lnTo>
                  <a:pt x="462586" y="1033573"/>
                </a:lnTo>
                <a:lnTo>
                  <a:pt x="616782" y="962689"/>
                </a:lnTo>
                <a:lnTo>
                  <a:pt x="770977" y="998276"/>
                </a:lnTo>
                <a:lnTo>
                  <a:pt x="925172" y="929933"/>
                </a:lnTo>
                <a:lnTo>
                  <a:pt x="986850" y="806663"/>
                </a:lnTo>
                <a:lnTo>
                  <a:pt x="1048529" y="662376"/>
                </a:lnTo>
                <a:lnTo>
                  <a:pt x="1110207" y="552209"/>
                </a:lnTo>
                <a:lnTo>
                  <a:pt x="1171885" y="460469"/>
                </a:lnTo>
                <a:lnTo>
                  <a:pt x="1233563" y="357077"/>
                </a:lnTo>
                <a:lnTo>
                  <a:pt x="1295241" y="268658"/>
                </a:lnTo>
                <a:lnTo>
                  <a:pt x="1356919" y="171797"/>
                </a:lnTo>
                <a:lnTo>
                  <a:pt x="1418597" y="121443"/>
                </a:lnTo>
                <a:lnTo>
                  <a:pt x="1480275" y="120970"/>
                </a:lnTo>
                <a:lnTo>
                  <a:pt x="1541954" y="119931"/>
                </a:lnTo>
                <a:lnTo>
                  <a:pt x="1850344" y="61580"/>
                </a:lnTo>
                <a:lnTo>
                  <a:pt x="2158735" y="12008"/>
                </a:lnTo>
                <a:lnTo>
                  <a:pt x="2467125" y="0"/>
                </a:lnTo>
                <a:lnTo>
                  <a:pt x="2775516" y="12521"/>
                </a:lnTo>
                <a:lnTo>
                  <a:pt x="3083907" y="163381"/>
                </a:lnTo>
              </a:path>
            </a:pathLst>
          </a:custGeom>
          <a:noFill/>
          <a:ln w="22860">
            <a:solidFill>
              <a:srgbClr val="1F5FA8"/>
            </a:solidFill>
            <a:prstDash val="dash"/>
            <a:round/>
          </a:ln>
        </p:spPr>
        <p:txBody>
          <a:bodyPr rtlCol="0" anchor="ctr"/>
          <a:lstStyle/>
          <a:p>
            <a:pPr algn="ctr"/>
          </a:p>
        </p:txBody>
      </p:sp>
      <p:sp>
        <p:nvSpPr>
          <p:cNvPr id="56" name="!!body_d_f"/>
          <p:cNvSpPr/>
          <p:nvPr/>
        </p:nvSpPr>
        <p:spPr>
          <a:xfrm>
            <a:off x="2975865" y="3155941"/>
            <a:ext cx="3083907" cy="1143653"/>
          </a:xfrm>
          <a:custGeom>
            <a:avLst/>
            <a:gdLst/>
            <a:ahLst/>
            <a:cxnLst/>
            <a:rect l="l" t="t" r="r" b="b"/>
            <a:pathLst>
              <a:path w="3083907" h="1143653">
                <a:moveTo>
                  <a:pt x="0" y="1143653"/>
                </a:moveTo>
                <a:lnTo>
                  <a:pt x="154196" y="1100303"/>
                </a:lnTo>
                <a:lnTo>
                  <a:pt x="308391" y="1036744"/>
                </a:lnTo>
                <a:lnTo>
                  <a:pt x="462586" y="976964"/>
                </a:lnTo>
                <a:lnTo>
                  <a:pt x="616782" y="898902"/>
                </a:lnTo>
                <a:lnTo>
                  <a:pt x="770977" y="960630"/>
                </a:lnTo>
                <a:lnTo>
                  <a:pt x="925172" y="810363"/>
                </a:lnTo>
                <a:lnTo>
                  <a:pt x="986850" y="720337"/>
                </a:lnTo>
                <a:lnTo>
                  <a:pt x="1048529" y="637489"/>
                </a:lnTo>
                <a:lnTo>
                  <a:pt x="1110207" y="533895"/>
                </a:lnTo>
                <a:lnTo>
                  <a:pt x="1171885" y="451983"/>
                </a:lnTo>
                <a:lnTo>
                  <a:pt x="1233563" y="353228"/>
                </a:lnTo>
                <a:lnTo>
                  <a:pt x="1295241" y="274837"/>
                </a:lnTo>
                <a:lnTo>
                  <a:pt x="1356919" y="230906"/>
                </a:lnTo>
                <a:lnTo>
                  <a:pt x="1418597" y="178955"/>
                </a:lnTo>
                <a:lnTo>
                  <a:pt x="1480275" y="172794"/>
                </a:lnTo>
                <a:lnTo>
                  <a:pt x="1541954" y="185993"/>
                </a:lnTo>
                <a:lnTo>
                  <a:pt x="1850344" y="130541"/>
                </a:lnTo>
                <a:lnTo>
                  <a:pt x="2158735" y="75317"/>
                </a:lnTo>
                <a:lnTo>
                  <a:pt x="2467125" y="0"/>
                </a:lnTo>
                <a:lnTo>
                  <a:pt x="2775516" y="30504"/>
                </a:lnTo>
                <a:lnTo>
                  <a:pt x="3083907" y="120038"/>
                </a:lnTo>
              </a:path>
            </a:pathLst>
          </a:custGeom>
          <a:noFill/>
          <a:ln w="22860">
            <a:solidFill>
              <a:srgbClr val="C8102E"/>
            </a:solidFill>
            <a:prstDash val="dash"/>
            <a:round/>
          </a:ln>
        </p:spPr>
        <p:txBody>
          <a:bodyPr rtlCol="0" anchor="ctr"/>
          <a:lstStyle/>
          <a:p>
            <a:pPr algn="ctr"/>
          </a:p>
        </p:txBody>
      </p:sp>
      <p:sp>
        <p:nvSpPr>
          <p:cNvPr id="57" name="!!canal_rw"/>
          <p:cNvSpPr/>
          <p:nvPr/>
        </p:nvSpPr>
        <p:spPr>
          <a:xfrm>
            <a:off x="7628418" y="2435562"/>
            <a:ext cx="3205171" cy="1175963"/>
          </a:xfrm>
          <a:custGeom>
            <a:avLst/>
            <a:gdLst/>
            <a:ahLst/>
            <a:cxnLst/>
            <a:rect l="l" t="t" r="r" b="b"/>
            <a:pathLst>
              <a:path w="3205171" h="1175963">
                <a:moveTo>
                  <a:pt x="0" y="302723"/>
                </a:moveTo>
                <a:lnTo>
                  <a:pt x="246551" y="489014"/>
                </a:lnTo>
                <a:lnTo>
                  <a:pt x="493103" y="279437"/>
                </a:lnTo>
                <a:lnTo>
                  <a:pt x="739655" y="256150"/>
                </a:lnTo>
                <a:lnTo>
                  <a:pt x="986206" y="151362"/>
                </a:lnTo>
                <a:lnTo>
                  <a:pt x="1232758" y="302723"/>
                </a:lnTo>
                <a:lnTo>
                  <a:pt x="1356034" y="617089"/>
                </a:lnTo>
                <a:lnTo>
                  <a:pt x="1479310" y="884883"/>
                </a:lnTo>
                <a:lnTo>
                  <a:pt x="1528620" y="1024601"/>
                </a:lnTo>
                <a:lnTo>
                  <a:pt x="1577930" y="1175963"/>
                </a:lnTo>
                <a:lnTo>
                  <a:pt x="1627241" y="1164320"/>
                </a:lnTo>
                <a:lnTo>
                  <a:pt x="1676551" y="1141033"/>
                </a:lnTo>
                <a:lnTo>
                  <a:pt x="1725861" y="1141033"/>
                </a:lnTo>
                <a:lnTo>
                  <a:pt x="1775171" y="1094461"/>
                </a:lnTo>
                <a:lnTo>
                  <a:pt x="1824482" y="1071174"/>
                </a:lnTo>
                <a:lnTo>
                  <a:pt x="1873792" y="1036245"/>
                </a:lnTo>
                <a:lnTo>
                  <a:pt x="1923102" y="896526"/>
                </a:lnTo>
                <a:lnTo>
                  <a:pt x="1972413" y="570517"/>
                </a:lnTo>
                <a:lnTo>
                  <a:pt x="2218964" y="395869"/>
                </a:lnTo>
                <a:lnTo>
                  <a:pt x="2465516" y="384226"/>
                </a:lnTo>
                <a:lnTo>
                  <a:pt x="2712068" y="326010"/>
                </a:lnTo>
                <a:lnTo>
                  <a:pt x="2958619" y="197934"/>
                </a:lnTo>
                <a:lnTo>
                  <a:pt x="3205171" y="0"/>
                </a:lnTo>
              </a:path>
            </a:pathLst>
          </a:custGeom>
          <a:noFill/>
          <a:ln w="11430">
            <a:solidFill>
              <a:srgbClr val="5A5A5A"/>
            </a:solidFill>
            <a:prstDash val="sysDot"/>
            <a:round/>
          </a:ln>
        </p:spPr>
        <p:txBody>
          <a:bodyPr rtlCol="0" anchor="ctr"/>
          <a:lstStyle/>
          <a:p>
            <a:pPr algn="ctr"/>
          </a:p>
        </p:txBody>
      </p:sp>
      <p:sp>
        <p:nvSpPr>
          <p:cNvPr id="58" name="!!canal_rw_C2"/>
          <p:cNvSpPr/>
          <p:nvPr/>
        </p:nvSpPr>
        <p:spPr>
          <a:xfrm>
            <a:off x="7606828" y="2716695"/>
            <a:ext cx="43180" cy="43180"/>
          </a:xfrm>
          <a:prstGeom prst="diamond">
            <a:avLst/>
          </a:prstGeom>
          <a:solidFill>
            <a:srgbClr val="5A5A5A"/>
          </a:solidFill>
          <a:ln>
            <a:noFill/>
          </a:ln>
        </p:spPr>
        <p:txBody>
          <a:bodyPr rtlCol="0" anchor="ctr"/>
          <a:lstStyle/>
          <a:p>
            <a:pPr algn="ctr"/>
          </a:p>
        </p:txBody>
      </p:sp>
      <p:sp>
        <p:nvSpPr>
          <p:cNvPr id="59" name="!!canal_rw_C3"/>
          <p:cNvSpPr/>
          <p:nvPr/>
        </p:nvSpPr>
        <p:spPr>
          <a:xfrm>
            <a:off x="7853379" y="2902986"/>
            <a:ext cx="43180" cy="43180"/>
          </a:xfrm>
          <a:prstGeom prst="diamond">
            <a:avLst/>
          </a:prstGeom>
          <a:solidFill>
            <a:srgbClr val="5A5A5A"/>
          </a:solidFill>
          <a:ln>
            <a:noFill/>
          </a:ln>
        </p:spPr>
        <p:txBody>
          <a:bodyPr rtlCol="0" anchor="ctr"/>
          <a:lstStyle/>
          <a:p>
            <a:pPr algn="ctr"/>
          </a:p>
        </p:txBody>
      </p:sp>
      <p:sp>
        <p:nvSpPr>
          <p:cNvPr id="60" name="!!canal_rw_C4"/>
          <p:cNvSpPr/>
          <p:nvPr/>
        </p:nvSpPr>
        <p:spPr>
          <a:xfrm>
            <a:off x="8099931" y="2693409"/>
            <a:ext cx="43180" cy="43180"/>
          </a:xfrm>
          <a:prstGeom prst="diamond">
            <a:avLst/>
          </a:prstGeom>
          <a:solidFill>
            <a:srgbClr val="5A5A5A"/>
          </a:solidFill>
          <a:ln>
            <a:noFill/>
          </a:ln>
        </p:spPr>
        <p:txBody>
          <a:bodyPr rtlCol="0" anchor="ctr"/>
          <a:lstStyle/>
          <a:p>
            <a:pPr algn="ctr"/>
          </a:p>
        </p:txBody>
      </p:sp>
      <p:sp>
        <p:nvSpPr>
          <p:cNvPr id="61" name="!!canal_rw_C5"/>
          <p:cNvSpPr/>
          <p:nvPr/>
        </p:nvSpPr>
        <p:spPr>
          <a:xfrm>
            <a:off x="8346483" y="2670122"/>
            <a:ext cx="43180" cy="43180"/>
          </a:xfrm>
          <a:prstGeom prst="diamond">
            <a:avLst/>
          </a:prstGeom>
          <a:solidFill>
            <a:srgbClr val="5A5A5A"/>
          </a:solidFill>
          <a:ln>
            <a:noFill/>
          </a:ln>
        </p:spPr>
        <p:txBody>
          <a:bodyPr rtlCol="0" anchor="ctr"/>
          <a:lstStyle/>
          <a:p>
            <a:pPr algn="ctr"/>
          </a:p>
        </p:txBody>
      </p:sp>
      <p:sp>
        <p:nvSpPr>
          <p:cNvPr id="62" name="!!canal_rw_C6"/>
          <p:cNvSpPr/>
          <p:nvPr/>
        </p:nvSpPr>
        <p:spPr>
          <a:xfrm>
            <a:off x="8593034" y="2565334"/>
            <a:ext cx="43180" cy="43180"/>
          </a:xfrm>
          <a:prstGeom prst="diamond">
            <a:avLst/>
          </a:prstGeom>
          <a:solidFill>
            <a:srgbClr val="5A5A5A"/>
          </a:solidFill>
          <a:ln>
            <a:noFill/>
          </a:ln>
        </p:spPr>
        <p:txBody>
          <a:bodyPr rtlCol="0" anchor="ctr"/>
          <a:lstStyle/>
          <a:p>
            <a:pPr algn="ctr"/>
          </a:p>
        </p:txBody>
      </p:sp>
      <p:sp>
        <p:nvSpPr>
          <p:cNvPr id="63" name="!!canal_rw_C7"/>
          <p:cNvSpPr/>
          <p:nvPr/>
        </p:nvSpPr>
        <p:spPr>
          <a:xfrm>
            <a:off x="8839586" y="2716695"/>
            <a:ext cx="43180" cy="43180"/>
          </a:xfrm>
          <a:prstGeom prst="diamond">
            <a:avLst/>
          </a:prstGeom>
          <a:solidFill>
            <a:srgbClr val="5A5A5A"/>
          </a:solidFill>
          <a:ln>
            <a:noFill/>
          </a:ln>
        </p:spPr>
        <p:txBody>
          <a:bodyPr rtlCol="0" anchor="ctr"/>
          <a:lstStyle/>
          <a:p>
            <a:pPr algn="ctr"/>
          </a:p>
        </p:txBody>
      </p:sp>
      <p:sp>
        <p:nvSpPr>
          <p:cNvPr id="64" name="!!canal_rw_T1"/>
          <p:cNvSpPr/>
          <p:nvPr/>
        </p:nvSpPr>
        <p:spPr>
          <a:xfrm>
            <a:off x="8962862" y="3031061"/>
            <a:ext cx="43180" cy="43180"/>
          </a:xfrm>
          <a:prstGeom prst="diamond">
            <a:avLst/>
          </a:prstGeom>
          <a:solidFill>
            <a:srgbClr val="5A5A5A"/>
          </a:solidFill>
          <a:ln>
            <a:noFill/>
          </a:ln>
        </p:spPr>
        <p:txBody>
          <a:bodyPr rtlCol="0" anchor="ctr"/>
          <a:lstStyle/>
          <a:p>
            <a:pPr algn="ctr"/>
          </a:p>
        </p:txBody>
      </p:sp>
      <p:sp>
        <p:nvSpPr>
          <p:cNvPr id="65" name="!!canal_rw_T2"/>
          <p:cNvSpPr/>
          <p:nvPr/>
        </p:nvSpPr>
        <p:spPr>
          <a:xfrm>
            <a:off x="9086138" y="3298855"/>
            <a:ext cx="43180" cy="43180"/>
          </a:xfrm>
          <a:prstGeom prst="diamond">
            <a:avLst/>
          </a:prstGeom>
          <a:solidFill>
            <a:srgbClr val="5A5A5A"/>
          </a:solidFill>
          <a:ln>
            <a:noFill/>
          </a:ln>
        </p:spPr>
        <p:txBody>
          <a:bodyPr rtlCol="0" anchor="ctr"/>
          <a:lstStyle/>
          <a:p>
            <a:pPr algn="ctr"/>
          </a:p>
        </p:txBody>
      </p:sp>
      <p:sp>
        <p:nvSpPr>
          <p:cNvPr id="66" name="!!canal_rw_T3"/>
          <p:cNvSpPr/>
          <p:nvPr/>
        </p:nvSpPr>
        <p:spPr>
          <a:xfrm>
            <a:off x="9135448" y="3438573"/>
            <a:ext cx="43180" cy="43180"/>
          </a:xfrm>
          <a:prstGeom prst="diamond">
            <a:avLst/>
          </a:prstGeom>
          <a:solidFill>
            <a:srgbClr val="5A5A5A"/>
          </a:solidFill>
          <a:ln>
            <a:noFill/>
          </a:ln>
        </p:spPr>
        <p:txBody>
          <a:bodyPr rtlCol="0" anchor="ctr"/>
          <a:lstStyle/>
          <a:p>
            <a:pPr algn="ctr"/>
          </a:p>
        </p:txBody>
      </p:sp>
      <p:sp>
        <p:nvSpPr>
          <p:cNvPr id="67" name="!!canal_rw_T4"/>
          <p:cNvSpPr/>
          <p:nvPr/>
        </p:nvSpPr>
        <p:spPr>
          <a:xfrm>
            <a:off x="9184758" y="3589935"/>
            <a:ext cx="43180" cy="43180"/>
          </a:xfrm>
          <a:prstGeom prst="diamond">
            <a:avLst/>
          </a:prstGeom>
          <a:solidFill>
            <a:srgbClr val="5A5A5A"/>
          </a:solidFill>
          <a:ln>
            <a:noFill/>
          </a:ln>
        </p:spPr>
        <p:txBody>
          <a:bodyPr rtlCol="0" anchor="ctr"/>
          <a:lstStyle/>
          <a:p>
            <a:pPr algn="ctr"/>
          </a:p>
        </p:txBody>
      </p:sp>
      <p:sp>
        <p:nvSpPr>
          <p:cNvPr id="68" name="!!canal_rw_T5"/>
          <p:cNvSpPr/>
          <p:nvPr/>
        </p:nvSpPr>
        <p:spPr>
          <a:xfrm>
            <a:off x="9234069" y="3578292"/>
            <a:ext cx="43180" cy="43180"/>
          </a:xfrm>
          <a:prstGeom prst="diamond">
            <a:avLst/>
          </a:prstGeom>
          <a:solidFill>
            <a:srgbClr val="5A5A5A"/>
          </a:solidFill>
          <a:ln>
            <a:noFill/>
          </a:ln>
        </p:spPr>
        <p:txBody>
          <a:bodyPr rtlCol="0" anchor="ctr"/>
          <a:lstStyle/>
          <a:p>
            <a:pPr algn="ctr"/>
          </a:p>
        </p:txBody>
      </p:sp>
      <p:sp>
        <p:nvSpPr>
          <p:cNvPr id="69" name="!!canal_rw_T6"/>
          <p:cNvSpPr/>
          <p:nvPr/>
        </p:nvSpPr>
        <p:spPr>
          <a:xfrm>
            <a:off x="9283379" y="3555005"/>
            <a:ext cx="43180" cy="43180"/>
          </a:xfrm>
          <a:prstGeom prst="diamond">
            <a:avLst/>
          </a:prstGeom>
          <a:solidFill>
            <a:srgbClr val="5A5A5A"/>
          </a:solidFill>
          <a:ln>
            <a:noFill/>
          </a:ln>
        </p:spPr>
        <p:txBody>
          <a:bodyPr rtlCol="0" anchor="ctr"/>
          <a:lstStyle/>
          <a:p>
            <a:pPr algn="ctr"/>
          </a:p>
        </p:txBody>
      </p:sp>
      <p:sp>
        <p:nvSpPr>
          <p:cNvPr id="70" name="!!canal_rw_T7"/>
          <p:cNvSpPr/>
          <p:nvPr/>
        </p:nvSpPr>
        <p:spPr>
          <a:xfrm>
            <a:off x="9332689" y="3555005"/>
            <a:ext cx="43180" cy="43180"/>
          </a:xfrm>
          <a:prstGeom prst="diamond">
            <a:avLst/>
          </a:prstGeom>
          <a:solidFill>
            <a:srgbClr val="5A5A5A"/>
          </a:solidFill>
          <a:ln>
            <a:noFill/>
          </a:ln>
        </p:spPr>
        <p:txBody>
          <a:bodyPr rtlCol="0" anchor="ctr"/>
          <a:lstStyle/>
          <a:p>
            <a:pPr algn="ctr"/>
          </a:p>
        </p:txBody>
      </p:sp>
      <p:sp>
        <p:nvSpPr>
          <p:cNvPr id="71" name="!!canal_rw_T8"/>
          <p:cNvSpPr/>
          <p:nvPr/>
        </p:nvSpPr>
        <p:spPr>
          <a:xfrm>
            <a:off x="9381999" y="3508433"/>
            <a:ext cx="43180" cy="43180"/>
          </a:xfrm>
          <a:prstGeom prst="diamond">
            <a:avLst/>
          </a:prstGeom>
          <a:solidFill>
            <a:srgbClr val="5A5A5A"/>
          </a:solidFill>
          <a:ln>
            <a:noFill/>
          </a:ln>
        </p:spPr>
        <p:txBody>
          <a:bodyPr rtlCol="0" anchor="ctr"/>
          <a:lstStyle/>
          <a:p>
            <a:pPr algn="ctr"/>
          </a:p>
        </p:txBody>
      </p:sp>
      <p:sp>
        <p:nvSpPr>
          <p:cNvPr id="72" name="!!canal_rw_T9"/>
          <p:cNvSpPr/>
          <p:nvPr/>
        </p:nvSpPr>
        <p:spPr>
          <a:xfrm>
            <a:off x="9431310" y="3485146"/>
            <a:ext cx="43180" cy="43180"/>
          </a:xfrm>
          <a:prstGeom prst="diamond">
            <a:avLst/>
          </a:prstGeom>
          <a:solidFill>
            <a:srgbClr val="5A5A5A"/>
          </a:solidFill>
          <a:ln>
            <a:noFill/>
          </a:ln>
        </p:spPr>
        <p:txBody>
          <a:bodyPr rtlCol="0" anchor="ctr"/>
          <a:lstStyle/>
          <a:p>
            <a:pPr algn="ctr"/>
          </a:p>
        </p:txBody>
      </p:sp>
      <p:sp>
        <p:nvSpPr>
          <p:cNvPr id="73" name="!!canal_rw_T10"/>
          <p:cNvSpPr/>
          <p:nvPr/>
        </p:nvSpPr>
        <p:spPr>
          <a:xfrm>
            <a:off x="9480620" y="3450217"/>
            <a:ext cx="43180" cy="43180"/>
          </a:xfrm>
          <a:prstGeom prst="diamond">
            <a:avLst/>
          </a:prstGeom>
          <a:solidFill>
            <a:srgbClr val="5A5A5A"/>
          </a:solidFill>
          <a:ln>
            <a:noFill/>
          </a:ln>
        </p:spPr>
        <p:txBody>
          <a:bodyPr rtlCol="0" anchor="ctr"/>
          <a:lstStyle/>
          <a:p>
            <a:pPr algn="ctr"/>
          </a:p>
        </p:txBody>
      </p:sp>
      <p:sp>
        <p:nvSpPr>
          <p:cNvPr id="74" name="!!canal_rw_T11"/>
          <p:cNvSpPr/>
          <p:nvPr/>
        </p:nvSpPr>
        <p:spPr>
          <a:xfrm>
            <a:off x="9529930" y="3310498"/>
            <a:ext cx="43180" cy="43180"/>
          </a:xfrm>
          <a:prstGeom prst="diamond">
            <a:avLst/>
          </a:prstGeom>
          <a:solidFill>
            <a:srgbClr val="5A5A5A"/>
          </a:solidFill>
          <a:ln>
            <a:noFill/>
          </a:ln>
        </p:spPr>
        <p:txBody>
          <a:bodyPr rtlCol="0" anchor="ctr"/>
          <a:lstStyle/>
          <a:p>
            <a:pPr algn="ctr"/>
          </a:p>
        </p:txBody>
      </p:sp>
      <p:sp>
        <p:nvSpPr>
          <p:cNvPr id="75" name="!!canal_rw_T12"/>
          <p:cNvSpPr/>
          <p:nvPr/>
        </p:nvSpPr>
        <p:spPr>
          <a:xfrm>
            <a:off x="9579241" y="2984489"/>
            <a:ext cx="43180" cy="43180"/>
          </a:xfrm>
          <a:prstGeom prst="diamond">
            <a:avLst/>
          </a:prstGeom>
          <a:solidFill>
            <a:srgbClr val="5A5A5A"/>
          </a:solidFill>
          <a:ln>
            <a:noFill/>
          </a:ln>
        </p:spPr>
        <p:txBody>
          <a:bodyPr rtlCol="0" anchor="ctr"/>
          <a:lstStyle/>
          <a:p>
            <a:pPr algn="ctr"/>
          </a:p>
        </p:txBody>
      </p:sp>
      <p:sp>
        <p:nvSpPr>
          <p:cNvPr id="76" name="!!canal_rw_L1"/>
          <p:cNvSpPr/>
          <p:nvPr/>
        </p:nvSpPr>
        <p:spPr>
          <a:xfrm>
            <a:off x="9825792" y="2809841"/>
            <a:ext cx="43180" cy="43180"/>
          </a:xfrm>
          <a:prstGeom prst="diamond">
            <a:avLst/>
          </a:prstGeom>
          <a:solidFill>
            <a:srgbClr val="5A5A5A"/>
          </a:solidFill>
          <a:ln>
            <a:noFill/>
          </a:ln>
        </p:spPr>
        <p:txBody>
          <a:bodyPr rtlCol="0" anchor="ctr"/>
          <a:lstStyle/>
          <a:p>
            <a:pPr algn="ctr"/>
          </a:p>
        </p:txBody>
      </p:sp>
      <p:sp>
        <p:nvSpPr>
          <p:cNvPr id="77" name="!!canal_rw_L2"/>
          <p:cNvSpPr/>
          <p:nvPr/>
        </p:nvSpPr>
        <p:spPr>
          <a:xfrm>
            <a:off x="10072344" y="2798198"/>
            <a:ext cx="43180" cy="43180"/>
          </a:xfrm>
          <a:prstGeom prst="diamond">
            <a:avLst/>
          </a:prstGeom>
          <a:solidFill>
            <a:srgbClr val="5A5A5A"/>
          </a:solidFill>
          <a:ln>
            <a:noFill/>
          </a:ln>
        </p:spPr>
        <p:txBody>
          <a:bodyPr rtlCol="0" anchor="ctr"/>
          <a:lstStyle/>
          <a:p>
            <a:pPr algn="ctr"/>
          </a:p>
        </p:txBody>
      </p:sp>
      <p:sp>
        <p:nvSpPr>
          <p:cNvPr id="78" name="!!canal_rw_L3"/>
          <p:cNvSpPr/>
          <p:nvPr/>
        </p:nvSpPr>
        <p:spPr>
          <a:xfrm>
            <a:off x="10318896" y="2739982"/>
            <a:ext cx="43180" cy="43180"/>
          </a:xfrm>
          <a:prstGeom prst="diamond">
            <a:avLst/>
          </a:prstGeom>
          <a:solidFill>
            <a:srgbClr val="5A5A5A"/>
          </a:solidFill>
          <a:ln>
            <a:noFill/>
          </a:ln>
        </p:spPr>
        <p:txBody>
          <a:bodyPr rtlCol="0" anchor="ctr"/>
          <a:lstStyle/>
          <a:p>
            <a:pPr algn="ctr"/>
          </a:p>
        </p:txBody>
      </p:sp>
      <p:sp>
        <p:nvSpPr>
          <p:cNvPr id="79" name="!!canal_rw_L4"/>
          <p:cNvSpPr/>
          <p:nvPr/>
        </p:nvSpPr>
        <p:spPr>
          <a:xfrm>
            <a:off x="10565447" y="2611906"/>
            <a:ext cx="43180" cy="43180"/>
          </a:xfrm>
          <a:prstGeom prst="diamond">
            <a:avLst/>
          </a:prstGeom>
          <a:solidFill>
            <a:srgbClr val="5A5A5A"/>
          </a:solidFill>
          <a:ln>
            <a:noFill/>
          </a:ln>
        </p:spPr>
        <p:txBody>
          <a:bodyPr rtlCol="0" anchor="ctr"/>
          <a:lstStyle/>
          <a:p>
            <a:pPr algn="ctr"/>
          </a:p>
        </p:txBody>
      </p:sp>
      <p:sp>
        <p:nvSpPr>
          <p:cNvPr id="80" name="!!canal_rw_L5"/>
          <p:cNvSpPr/>
          <p:nvPr/>
        </p:nvSpPr>
        <p:spPr>
          <a:xfrm>
            <a:off x="10811999" y="2413972"/>
            <a:ext cx="43180" cy="43180"/>
          </a:xfrm>
          <a:prstGeom prst="diamond">
            <a:avLst/>
          </a:prstGeom>
          <a:solidFill>
            <a:srgbClr val="5A5A5A"/>
          </a:solidFill>
          <a:ln>
            <a:noFill/>
          </a:ln>
        </p:spPr>
        <p:txBody>
          <a:bodyPr rtlCol="0" anchor="ctr"/>
          <a:lstStyle/>
          <a:p>
            <a:pPr algn="ctr"/>
          </a:p>
        </p:txBody>
      </p:sp>
      <p:sp>
        <p:nvSpPr>
          <p:cNvPr id="81" name="!!canal_rd"/>
          <p:cNvSpPr/>
          <p:nvPr/>
        </p:nvSpPr>
        <p:spPr>
          <a:xfrm>
            <a:off x="7628418" y="3145797"/>
            <a:ext cx="3205171" cy="675305"/>
          </a:xfrm>
          <a:custGeom>
            <a:avLst/>
            <a:gdLst/>
            <a:ahLst/>
            <a:cxnLst/>
            <a:rect l="l" t="t" r="r" b="b"/>
            <a:pathLst>
              <a:path w="3205171" h="675305">
                <a:moveTo>
                  <a:pt x="0" y="0"/>
                </a:moveTo>
                <a:lnTo>
                  <a:pt x="246551" y="558874"/>
                </a:lnTo>
                <a:lnTo>
                  <a:pt x="493103" y="384226"/>
                </a:lnTo>
                <a:lnTo>
                  <a:pt x="739655" y="419155"/>
                </a:lnTo>
                <a:lnTo>
                  <a:pt x="986206" y="337653"/>
                </a:lnTo>
                <a:lnTo>
                  <a:pt x="1232758" y="675305"/>
                </a:lnTo>
                <a:lnTo>
                  <a:pt x="1356034" y="535587"/>
                </a:lnTo>
                <a:lnTo>
                  <a:pt x="1479310" y="663662"/>
                </a:lnTo>
                <a:lnTo>
                  <a:pt x="1528620" y="593803"/>
                </a:lnTo>
                <a:lnTo>
                  <a:pt x="1577930" y="558874"/>
                </a:lnTo>
                <a:lnTo>
                  <a:pt x="1627241" y="547230"/>
                </a:lnTo>
                <a:lnTo>
                  <a:pt x="1676551" y="523944"/>
                </a:lnTo>
                <a:lnTo>
                  <a:pt x="1725861" y="570517"/>
                </a:lnTo>
                <a:lnTo>
                  <a:pt x="1775171" y="593803"/>
                </a:lnTo>
                <a:lnTo>
                  <a:pt x="1824482" y="617089"/>
                </a:lnTo>
                <a:lnTo>
                  <a:pt x="1873792" y="640376"/>
                </a:lnTo>
                <a:lnTo>
                  <a:pt x="1923102" y="582160"/>
                </a:lnTo>
                <a:lnTo>
                  <a:pt x="1972413" y="337653"/>
                </a:lnTo>
                <a:lnTo>
                  <a:pt x="2218964" y="232864"/>
                </a:lnTo>
                <a:lnTo>
                  <a:pt x="2465516" y="326010"/>
                </a:lnTo>
                <a:lnTo>
                  <a:pt x="2712068" y="407512"/>
                </a:lnTo>
                <a:lnTo>
                  <a:pt x="2958619" y="279437"/>
                </a:lnTo>
                <a:lnTo>
                  <a:pt x="3205171" y="151362"/>
                </a:lnTo>
              </a:path>
            </a:pathLst>
          </a:custGeom>
          <a:noFill/>
          <a:ln w="11430">
            <a:solidFill>
              <a:srgbClr val="5A5A5A"/>
            </a:solidFill>
            <a:prstDash val="sysDot"/>
            <a:round/>
          </a:ln>
        </p:spPr>
        <p:txBody>
          <a:bodyPr rtlCol="0" anchor="ctr"/>
          <a:lstStyle/>
          <a:p>
            <a:pPr algn="ctr"/>
          </a:p>
        </p:txBody>
      </p:sp>
      <p:sp>
        <p:nvSpPr>
          <p:cNvPr id="82" name="!!canal_rd_C2"/>
          <p:cNvSpPr/>
          <p:nvPr/>
        </p:nvSpPr>
        <p:spPr>
          <a:xfrm>
            <a:off x="7606828" y="3124207"/>
            <a:ext cx="43180" cy="43180"/>
          </a:xfrm>
          <a:prstGeom prst="diamond">
            <a:avLst/>
          </a:prstGeom>
          <a:solidFill>
            <a:srgbClr val="5A5A5A"/>
          </a:solidFill>
          <a:ln>
            <a:noFill/>
          </a:ln>
        </p:spPr>
        <p:txBody>
          <a:bodyPr rtlCol="0" anchor="ctr"/>
          <a:lstStyle/>
          <a:p>
            <a:pPr algn="ctr"/>
          </a:p>
        </p:txBody>
      </p:sp>
      <p:sp>
        <p:nvSpPr>
          <p:cNvPr id="83" name="!!canal_rd_C3"/>
          <p:cNvSpPr/>
          <p:nvPr/>
        </p:nvSpPr>
        <p:spPr>
          <a:xfrm>
            <a:off x="7853379" y="3683081"/>
            <a:ext cx="43180" cy="43180"/>
          </a:xfrm>
          <a:prstGeom prst="diamond">
            <a:avLst/>
          </a:prstGeom>
          <a:solidFill>
            <a:srgbClr val="5A5A5A"/>
          </a:solidFill>
          <a:ln>
            <a:noFill/>
          </a:ln>
        </p:spPr>
        <p:txBody>
          <a:bodyPr rtlCol="0" anchor="ctr"/>
          <a:lstStyle/>
          <a:p>
            <a:pPr algn="ctr"/>
          </a:p>
        </p:txBody>
      </p:sp>
      <p:sp>
        <p:nvSpPr>
          <p:cNvPr id="84" name="!!canal_rd_C4"/>
          <p:cNvSpPr/>
          <p:nvPr/>
        </p:nvSpPr>
        <p:spPr>
          <a:xfrm>
            <a:off x="8099931" y="3508433"/>
            <a:ext cx="43180" cy="43180"/>
          </a:xfrm>
          <a:prstGeom prst="diamond">
            <a:avLst/>
          </a:prstGeom>
          <a:solidFill>
            <a:srgbClr val="5A5A5A"/>
          </a:solidFill>
          <a:ln>
            <a:noFill/>
          </a:ln>
        </p:spPr>
        <p:txBody>
          <a:bodyPr rtlCol="0" anchor="ctr"/>
          <a:lstStyle/>
          <a:p>
            <a:pPr algn="ctr"/>
          </a:p>
        </p:txBody>
      </p:sp>
      <p:sp>
        <p:nvSpPr>
          <p:cNvPr id="85" name="!!canal_rd_C5"/>
          <p:cNvSpPr/>
          <p:nvPr/>
        </p:nvSpPr>
        <p:spPr>
          <a:xfrm>
            <a:off x="8346483" y="3543362"/>
            <a:ext cx="43180" cy="43180"/>
          </a:xfrm>
          <a:prstGeom prst="diamond">
            <a:avLst/>
          </a:prstGeom>
          <a:solidFill>
            <a:srgbClr val="5A5A5A"/>
          </a:solidFill>
          <a:ln>
            <a:noFill/>
          </a:ln>
        </p:spPr>
        <p:txBody>
          <a:bodyPr rtlCol="0" anchor="ctr"/>
          <a:lstStyle/>
          <a:p>
            <a:pPr algn="ctr"/>
          </a:p>
        </p:txBody>
      </p:sp>
      <p:sp>
        <p:nvSpPr>
          <p:cNvPr id="86" name="!!canal_rd_C6"/>
          <p:cNvSpPr/>
          <p:nvPr/>
        </p:nvSpPr>
        <p:spPr>
          <a:xfrm>
            <a:off x="8593034" y="3461860"/>
            <a:ext cx="43180" cy="43180"/>
          </a:xfrm>
          <a:prstGeom prst="diamond">
            <a:avLst/>
          </a:prstGeom>
          <a:solidFill>
            <a:srgbClr val="5A5A5A"/>
          </a:solidFill>
          <a:ln>
            <a:noFill/>
          </a:ln>
        </p:spPr>
        <p:txBody>
          <a:bodyPr rtlCol="0" anchor="ctr"/>
          <a:lstStyle/>
          <a:p>
            <a:pPr algn="ctr"/>
          </a:p>
        </p:txBody>
      </p:sp>
      <p:sp>
        <p:nvSpPr>
          <p:cNvPr id="87" name="!!canal_rd_C7"/>
          <p:cNvSpPr/>
          <p:nvPr/>
        </p:nvSpPr>
        <p:spPr>
          <a:xfrm>
            <a:off x="8839586" y="3799512"/>
            <a:ext cx="43180" cy="43180"/>
          </a:xfrm>
          <a:prstGeom prst="diamond">
            <a:avLst/>
          </a:prstGeom>
          <a:solidFill>
            <a:srgbClr val="5A5A5A"/>
          </a:solidFill>
          <a:ln>
            <a:noFill/>
          </a:ln>
        </p:spPr>
        <p:txBody>
          <a:bodyPr rtlCol="0" anchor="ctr"/>
          <a:lstStyle/>
          <a:p>
            <a:pPr algn="ctr"/>
          </a:p>
        </p:txBody>
      </p:sp>
      <p:sp>
        <p:nvSpPr>
          <p:cNvPr id="88" name="!!canal_rd_T1"/>
          <p:cNvSpPr/>
          <p:nvPr/>
        </p:nvSpPr>
        <p:spPr>
          <a:xfrm>
            <a:off x="8962862" y="3659794"/>
            <a:ext cx="43180" cy="43180"/>
          </a:xfrm>
          <a:prstGeom prst="diamond">
            <a:avLst/>
          </a:prstGeom>
          <a:solidFill>
            <a:srgbClr val="5A5A5A"/>
          </a:solidFill>
          <a:ln>
            <a:noFill/>
          </a:ln>
        </p:spPr>
        <p:txBody>
          <a:bodyPr rtlCol="0" anchor="ctr"/>
          <a:lstStyle/>
          <a:p>
            <a:pPr algn="ctr"/>
          </a:p>
        </p:txBody>
      </p:sp>
      <p:sp>
        <p:nvSpPr>
          <p:cNvPr id="89" name="!!canal_rd_T2"/>
          <p:cNvSpPr/>
          <p:nvPr/>
        </p:nvSpPr>
        <p:spPr>
          <a:xfrm>
            <a:off x="9086138" y="3787869"/>
            <a:ext cx="43180" cy="43180"/>
          </a:xfrm>
          <a:prstGeom prst="diamond">
            <a:avLst/>
          </a:prstGeom>
          <a:solidFill>
            <a:srgbClr val="5A5A5A"/>
          </a:solidFill>
          <a:ln>
            <a:noFill/>
          </a:ln>
        </p:spPr>
        <p:txBody>
          <a:bodyPr rtlCol="0" anchor="ctr"/>
          <a:lstStyle/>
          <a:p>
            <a:pPr algn="ctr"/>
          </a:p>
        </p:txBody>
      </p:sp>
      <p:sp>
        <p:nvSpPr>
          <p:cNvPr id="90" name="!!canal_rd_T3"/>
          <p:cNvSpPr/>
          <p:nvPr/>
        </p:nvSpPr>
        <p:spPr>
          <a:xfrm>
            <a:off x="9135448" y="3718010"/>
            <a:ext cx="43180" cy="43180"/>
          </a:xfrm>
          <a:prstGeom prst="diamond">
            <a:avLst/>
          </a:prstGeom>
          <a:solidFill>
            <a:srgbClr val="5A5A5A"/>
          </a:solidFill>
          <a:ln>
            <a:noFill/>
          </a:ln>
        </p:spPr>
        <p:txBody>
          <a:bodyPr rtlCol="0" anchor="ctr"/>
          <a:lstStyle/>
          <a:p>
            <a:pPr algn="ctr"/>
          </a:p>
        </p:txBody>
      </p:sp>
      <p:sp>
        <p:nvSpPr>
          <p:cNvPr id="91" name="!!canal_rd_T4"/>
          <p:cNvSpPr/>
          <p:nvPr/>
        </p:nvSpPr>
        <p:spPr>
          <a:xfrm>
            <a:off x="9184758" y="3683081"/>
            <a:ext cx="43180" cy="43180"/>
          </a:xfrm>
          <a:prstGeom prst="diamond">
            <a:avLst/>
          </a:prstGeom>
          <a:solidFill>
            <a:srgbClr val="5A5A5A"/>
          </a:solidFill>
          <a:ln>
            <a:noFill/>
          </a:ln>
        </p:spPr>
        <p:txBody>
          <a:bodyPr rtlCol="0" anchor="ctr"/>
          <a:lstStyle/>
          <a:p>
            <a:pPr algn="ctr"/>
          </a:p>
        </p:txBody>
      </p:sp>
      <p:sp>
        <p:nvSpPr>
          <p:cNvPr id="92" name="!!canal_rd_T5"/>
          <p:cNvSpPr/>
          <p:nvPr/>
        </p:nvSpPr>
        <p:spPr>
          <a:xfrm>
            <a:off x="9234069" y="3671437"/>
            <a:ext cx="43180" cy="43180"/>
          </a:xfrm>
          <a:prstGeom prst="diamond">
            <a:avLst/>
          </a:prstGeom>
          <a:solidFill>
            <a:srgbClr val="5A5A5A"/>
          </a:solidFill>
          <a:ln>
            <a:noFill/>
          </a:ln>
        </p:spPr>
        <p:txBody>
          <a:bodyPr rtlCol="0" anchor="ctr"/>
          <a:lstStyle/>
          <a:p>
            <a:pPr algn="ctr"/>
          </a:p>
        </p:txBody>
      </p:sp>
      <p:sp>
        <p:nvSpPr>
          <p:cNvPr id="93" name="!!canal_rd_T6"/>
          <p:cNvSpPr/>
          <p:nvPr/>
        </p:nvSpPr>
        <p:spPr>
          <a:xfrm>
            <a:off x="9283379" y="3648151"/>
            <a:ext cx="43180" cy="43180"/>
          </a:xfrm>
          <a:prstGeom prst="diamond">
            <a:avLst/>
          </a:prstGeom>
          <a:solidFill>
            <a:srgbClr val="5A5A5A"/>
          </a:solidFill>
          <a:ln>
            <a:noFill/>
          </a:ln>
        </p:spPr>
        <p:txBody>
          <a:bodyPr rtlCol="0" anchor="ctr"/>
          <a:lstStyle/>
          <a:p>
            <a:pPr algn="ctr"/>
          </a:p>
        </p:txBody>
      </p:sp>
      <p:sp>
        <p:nvSpPr>
          <p:cNvPr id="94" name="!!canal_rd_T7"/>
          <p:cNvSpPr/>
          <p:nvPr/>
        </p:nvSpPr>
        <p:spPr>
          <a:xfrm>
            <a:off x="9332689" y="3694724"/>
            <a:ext cx="43180" cy="43180"/>
          </a:xfrm>
          <a:prstGeom prst="diamond">
            <a:avLst/>
          </a:prstGeom>
          <a:solidFill>
            <a:srgbClr val="5A5A5A"/>
          </a:solidFill>
          <a:ln>
            <a:noFill/>
          </a:ln>
        </p:spPr>
        <p:txBody>
          <a:bodyPr rtlCol="0" anchor="ctr"/>
          <a:lstStyle/>
          <a:p>
            <a:pPr algn="ctr"/>
          </a:p>
        </p:txBody>
      </p:sp>
      <p:sp>
        <p:nvSpPr>
          <p:cNvPr id="95" name="!!canal_rd_T8"/>
          <p:cNvSpPr/>
          <p:nvPr/>
        </p:nvSpPr>
        <p:spPr>
          <a:xfrm>
            <a:off x="9381999" y="3718010"/>
            <a:ext cx="43180" cy="43180"/>
          </a:xfrm>
          <a:prstGeom prst="diamond">
            <a:avLst/>
          </a:prstGeom>
          <a:solidFill>
            <a:srgbClr val="5A5A5A"/>
          </a:solidFill>
          <a:ln>
            <a:noFill/>
          </a:ln>
        </p:spPr>
        <p:txBody>
          <a:bodyPr rtlCol="0" anchor="ctr"/>
          <a:lstStyle/>
          <a:p>
            <a:pPr algn="ctr"/>
          </a:p>
        </p:txBody>
      </p:sp>
      <p:sp>
        <p:nvSpPr>
          <p:cNvPr id="96" name="!!canal_rd_T9"/>
          <p:cNvSpPr/>
          <p:nvPr/>
        </p:nvSpPr>
        <p:spPr>
          <a:xfrm>
            <a:off x="9431310" y="3741296"/>
            <a:ext cx="43180" cy="43180"/>
          </a:xfrm>
          <a:prstGeom prst="diamond">
            <a:avLst/>
          </a:prstGeom>
          <a:solidFill>
            <a:srgbClr val="5A5A5A"/>
          </a:solidFill>
          <a:ln>
            <a:noFill/>
          </a:ln>
        </p:spPr>
        <p:txBody>
          <a:bodyPr rtlCol="0" anchor="ctr"/>
          <a:lstStyle/>
          <a:p>
            <a:pPr algn="ctr"/>
          </a:p>
        </p:txBody>
      </p:sp>
      <p:sp>
        <p:nvSpPr>
          <p:cNvPr id="97" name="!!canal_rd_T10"/>
          <p:cNvSpPr/>
          <p:nvPr/>
        </p:nvSpPr>
        <p:spPr>
          <a:xfrm>
            <a:off x="9480620" y="3764583"/>
            <a:ext cx="43180" cy="43180"/>
          </a:xfrm>
          <a:prstGeom prst="diamond">
            <a:avLst/>
          </a:prstGeom>
          <a:solidFill>
            <a:srgbClr val="5A5A5A"/>
          </a:solidFill>
          <a:ln>
            <a:noFill/>
          </a:ln>
        </p:spPr>
        <p:txBody>
          <a:bodyPr rtlCol="0" anchor="ctr"/>
          <a:lstStyle/>
          <a:p>
            <a:pPr algn="ctr"/>
          </a:p>
        </p:txBody>
      </p:sp>
      <p:sp>
        <p:nvSpPr>
          <p:cNvPr id="98" name="!!canal_rd_T11"/>
          <p:cNvSpPr/>
          <p:nvPr/>
        </p:nvSpPr>
        <p:spPr>
          <a:xfrm>
            <a:off x="9529930" y="3706367"/>
            <a:ext cx="43180" cy="43180"/>
          </a:xfrm>
          <a:prstGeom prst="diamond">
            <a:avLst/>
          </a:prstGeom>
          <a:solidFill>
            <a:srgbClr val="5A5A5A"/>
          </a:solidFill>
          <a:ln>
            <a:noFill/>
          </a:ln>
        </p:spPr>
        <p:txBody>
          <a:bodyPr rtlCol="0" anchor="ctr"/>
          <a:lstStyle/>
          <a:p>
            <a:pPr algn="ctr"/>
          </a:p>
        </p:txBody>
      </p:sp>
      <p:sp>
        <p:nvSpPr>
          <p:cNvPr id="99" name="!!canal_rd_T12"/>
          <p:cNvSpPr/>
          <p:nvPr/>
        </p:nvSpPr>
        <p:spPr>
          <a:xfrm>
            <a:off x="9579241" y="3461860"/>
            <a:ext cx="43180" cy="43180"/>
          </a:xfrm>
          <a:prstGeom prst="diamond">
            <a:avLst/>
          </a:prstGeom>
          <a:solidFill>
            <a:srgbClr val="5A5A5A"/>
          </a:solidFill>
          <a:ln>
            <a:noFill/>
          </a:ln>
        </p:spPr>
        <p:txBody>
          <a:bodyPr rtlCol="0" anchor="ctr"/>
          <a:lstStyle/>
          <a:p>
            <a:pPr algn="ctr"/>
          </a:p>
        </p:txBody>
      </p:sp>
      <p:sp>
        <p:nvSpPr>
          <p:cNvPr id="100" name="!!canal_rd_L1"/>
          <p:cNvSpPr/>
          <p:nvPr/>
        </p:nvSpPr>
        <p:spPr>
          <a:xfrm>
            <a:off x="9825792" y="3357071"/>
            <a:ext cx="43180" cy="43180"/>
          </a:xfrm>
          <a:prstGeom prst="diamond">
            <a:avLst/>
          </a:prstGeom>
          <a:solidFill>
            <a:srgbClr val="5A5A5A"/>
          </a:solidFill>
          <a:ln>
            <a:noFill/>
          </a:ln>
        </p:spPr>
        <p:txBody>
          <a:bodyPr rtlCol="0" anchor="ctr"/>
          <a:lstStyle/>
          <a:p>
            <a:pPr algn="ctr"/>
          </a:p>
        </p:txBody>
      </p:sp>
      <p:sp>
        <p:nvSpPr>
          <p:cNvPr id="101" name="!!canal_rd_L2"/>
          <p:cNvSpPr/>
          <p:nvPr/>
        </p:nvSpPr>
        <p:spPr>
          <a:xfrm>
            <a:off x="10072344" y="3450217"/>
            <a:ext cx="43180" cy="43180"/>
          </a:xfrm>
          <a:prstGeom prst="diamond">
            <a:avLst/>
          </a:prstGeom>
          <a:solidFill>
            <a:srgbClr val="5A5A5A"/>
          </a:solidFill>
          <a:ln>
            <a:noFill/>
          </a:ln>
        </p:spPr>
        <p:txBody>
          <a:bodyPr rtlCol="0" anchor="ctr"/>
          <a:lstStyle/>
          <a:p>
            <a:pPr algn="ctr"/>
          </a:p>
        </p:txBody>
      </p:sp>
      <p:sp>
        <p:nvSpPr>
          <p:cNvPr id="102" name="!!canal_rd_L3"/>
          <p:cNvSpPr/>
          <p:nvPr/>
        </p:nvSpPr>
        <p:spPr>
          <a:xfrm>
            <a:off x="10318896" y="3531719"/>
            <a:ext cx="43180" cy="43180"/>
          </a:xfrm>
          <a:prstGeom prst="diamond">
            <a:avLst/>
          </a:prstGeom>
          <a:solidFill>
            <a:srgbClr val="5A5A5A"/>
          </a:solidFill>
          <a:ln>
            <a:noFill/>
          </a:ln>
        </p:spPr>
        <p:txBody>
          <a:bodyPr rtlCol="0" anchor="ctr"/>
          <a:lstStyle/>
          <a:p>
            <a:pPr algn="ctr"/>
          </a:p>
        </p:txBody>
      </p:sp>
      <p:sp>
        <p:nvSpPr>
          <p:cNvPr id="103" name="!!canal_rd_L4"/>
          <p:cNvSpPr/>
          <p:nvPr/>
        </p:nvSpPr>
        <p:spPr>
          <a:xfrm>
            <a:off x="10565447" y="3403644"/>
            <a:ext cx="43180" cy="43180"/>
          </a:xfrm>
          <a:prstGeom prst="diamond">
            <a:avLst/>
          </a:prstGeom>
          <a:solidFill>
            <a:srgbClr val="5A5A5A"/>
          </a:solidFill>
          <a:ln>
            <a:noFill/>
          </a:ln>
        </p:spPr>
        <p:txBody>
          <a:bodyPr rtlCol="0" anchor="ctr"/>
          <a:lstStyle/>
          <a:p>
            <a:pPr algn="ctr"/>
          </a:p>
        </p:txBody>
      </p:sp>
      <p:sp>
        <p:nvSpPr>
          <p:cNvPr id="104" name="!!canal_rd_L5"/>
          <p:cNvSpPr/>
          <p:nvPr/>
        </p:nvSpPr>
        <p:spPr>
          <a:xfrm>
            <a:off x="10811999" y="3275569"/>
            <a:ext cx="43180" cy="43180"/>
          </a:xfrm>
          <a:prstGeom prst="diamond">
            <a:avLst/>
          </a:prstGeom>
          <a:solidFill>
            <a:srgbClr val="5A5A5A"/>
          </a:solidFill>
          <a:ln>
            <a:noFill/>
          </a:ln>
        </p:spPr>
        <p:txBody>
          <a:bodyPr rtlCol="0" anchor="ctr"/>
          <a:lstStyle/>
          <a:p>
            <a:pPr algn="ctr"/>
          </a:p>
        </p:txBody>
      </p:sp>
      <p:sp>
        <p:nvSpPr>
          <p:cNvPr id="105" name="!!canal_w_m"/>
          <p:cNvSpPr/>
          <p:nvPr/>
        </p:nvSpPr>
        <p:spPr>
          <a:xfrm>
            <a:off x="7628418" y="2458490"/>
            <a:ext cx="3205171" cy="1207763"/>
          </a:xfrm>
          <a:custGeom>
            <a:avLst/>
            <a:gdLst/>
            <a:ahLst/>
            <a:cxnLst/>
            <a:rect l="l" t="t" r="r" b="b"/>
            <a:pathLst>
              <a:path w="3205171" h="1207763">
                <a:moveTo>
                  <a:pt x="0" y="290220"/>
                </a:moveTo>
                <a:lnTo>
                  <a:pt x="246551" y="346237"/>
                </a:lnTo>
                <a:lnTo>
                  <a:pt x="493103" y="258146"/>
                </a:lnTo>
                <a:lnTo>
                  <a:pt x="739655" y="191127"/>
                </a:lnTo>
                <a:lnTo>
                  <a:pt x="986206" y="232667"/>
                </a:lnTo>
                <a:lnTo>
                  <a:pt x="1232758" y="291816"/>
                </a:lnTo>
                <a:lnTo>
                  <a:pt x="1356034" y="547425"/>
                </a:lnTo>
                <a:lnTo>
                  <a:pt x="1479310" y="824344"/>
                </a:lnTo>
                <a:lnTo>
                  <a:pt x="1528620" y="1043394"/>
                </a:lnTo>
                <a:lnTo>
                  <a:pt x="1577930" y="1133983"/>
                </a:lnTo>
                <a:lnTo>
                  <a:pt x="1627241" y="1193173"/>
                </a:lnTo>
                <a:lnTo>
                  <a:pt x="1676551" y="1207763"/>
                </a:lnTo>
                <a:lnTo>
                  <a:pt x="1725861" y="1198921"/>
                </a:lnTo>
                <a:lnTo>
                  <a:pt x="1775171" y="1151153"/>
                </a:lnTo>
                <a:lnTo>
                  <a:pt x="1824482" y="1071508"/>
                </a:lnTo>
                <a:lnTo>
                  <a:pt x="1873792" y="1016564"/>
                </a:lnTo>
                <a:lnTo>
                  <a:pt x="1923102" y="780683"/>
                </a:lnTo>
                <a:lnTo>
                  <a:pt x="1972413" y="230593"/>
                </a:lnTo>
                <a:lnTo>
                  <a:pt x="2218964" y="114282"/>
                </a:lnTo>
                <a:lnTo>
                  <a:pt x="2465516" y="162181"/>
                </a:lnTo>
                <a:lnTo>
                  <a:pt x="2712068" y="173014"/>
                </a:lnTo>
                <a:lnTo>
                  <a:pt x="2958619" y="40783"/>
                </a:lnTo>
                <a:lnTo>
                  <a:pt x="3205171" y="0"/>
                </a:lnTo>
              </a:path>
            </a:pathLst>
          </a:custGeom>
          <a:noFill/>
          <a:ln w="22860">
            <a:solidFill>
              <a:srgbClr val="1F5FA8"/>
            </a:solidFill>
            <a:round/>
          </a:ln>
        </p:spPr>
        <p:txBody>
          <a:bodyPr rtlCol="0" anchor="ctr"/>
          <a:lstStyle/>
          <a:p>
            <a:pPr algn="ctr"/>
          </a:p>
        </p:txBody>
      </p:sp>
      <p:sp>
        <p:nvSpPr>
          <p:cNvPr id="106" name="!!canal_w_f"/>
          <p:cNvSpPr/>
          <p:nvPr/>
        </p:nvSpPr>
        <p:spPr>
          <a:xfrm>
            <a:off x="7628418" y="2638404"/>
            <a:ext cx="3205171" cy="1130495"/>
          </a:xfrm>
          <a:custGeom>
            <a:avLst/>
            <a:gdLst/>
            <a:ahLst/>
            <a:cxnLst/>
            <a:rect l="l" t="t" r="r" b="b"/>
            <a:pathLst>
              <a:path w="3205171" h="1130495">
                <a:moveTo>
                  <a:pt x="0" y="183675"/>
                </a:moveTo>
                <a:lnTo>
                  <a:pt x="246551" y="314262"/>
                </a:lnTo>
                <a:lnTo>
                  <a:pt x="493103" y="248082"/>
                </a:lnTo>
                <a:lnTo>
                  <a:pt x="739655" y="168659"/>
                </a:lnTo>
                <a:lnTo>
                  <a:pt x="986206" y="162810"/>
                </a:lnTo>
                <a:lnTo>
                  <a:pt x="1232758" y="278537"/>
                </a:lnTo>
                <a:lnTo>
                  <a:pt x="1356034" y="488550"/>
                </a:lnTo>
                <a:lnTo>
                  <a:pt x="1479310" y="832582"/>
                </a:lnTo>
                <a:lnTo>
                  <a:pt x="1528620" y="1004503"/>
                </a:lnTo>
                <a:lnTo>
                  <a:pt x="1577930" y="1090574"/>
                </a:lnTo>
                <a:lnTo>
                  <a:pt x="1627241" y="1130495"/>
                </a:lnTo>
                <a:lnTo>
                  <a:pt x="1676551" y="1123156"/>
                </a:lnTo>
                <a:lnTo>
                  <a:pt x="1725861" y="1117475"/>
                </a:lnTo>
                <a:lnTo>
                  <a:pt x="1775171" y="1087144"/>
                </a:lnTo>
                <a:lnTo>
                  <a:pt x="1824482" y="1013280"/>
                </a:lnTo>
                <a:lnTo>
                  <a:pt x="1873792" y="982598"/>
                </a:lnTo>
                <a:lnTo>
                  <a:pt x="1923102" y="767305"/>
                </a:lnTo>
                <a:lnTo>
                  <a:pt x="1972413" y="316275"/>
                </a:lnTo>
                <a:lnTo>
                  <a:pt x="2218964" y="277716"/>
                </a:lnTo>
                <a:lnTo>
                  <a:pt x="2465516" y="234222"/>
                </a:lnTo>
                <a:lnTo>
                  <a:pt x="2712068" y="199383"/>
                </a:lnTo>
                <a:lnTo>
                  <a:pt x="2958619" y="0"/>
                </a:lnTo>
                <a:lnTo>
                  <a:pt x="3205171" y="10980"/>
                </a:lnTo>
              </a:path>
            </a:pathLst>
          </a:custGeom>
          <a:noFill/>
          <a:ln w="22860">
            <a:solidFill>
              <a:srgbClr val="C8102E"/>
            </a:solidFill>
            <a:round/>
          </a:ln>
        </p:spPr>
        <p:txBody>
          <a:bodyPr rtlCol="0" anchor="ctr"/>
          <a:lstStyle/>
          <a:p>
            <a:pPr algn="ctr"/>
          </a:p>
        </p:txBody>
      </p:sp>
      <p:sp>
        <p:nvSpPr>
          <p:cNvPr id="107" name="!!canal_d_m"/>
          <p:cNvSpPr/>
          <p:nvPr/>
        </p:nvSpPr>
        <p:spPr>
          <a:xfrm>
            <a:off x="7628418" y="3228912"/>
            <a:ext cx="3205171" cy="711043"/>
          </a:xfrm>
          <a:custGeom>
            <a:avLst/>
            <a:gdLst/>
            <a:ahLst/>
            <a:cxnLst/>
            <a:rect l="l" t="t" r="r" b="b"/>
            <a:pathLst>
              <a:path w="3205171" h="711043">
                <a:moveTo>
                  <a:pt x="0" y="334755"/>
                </a:moveTo>
                <a:lnTo>
                  <a:pt x="246551" y="641673"/>
                </a:lnTo>
                <a:lnTo>
                  <a:pt x="493103" y="711043"/>
                </a:lnTo>
                <a:lnTo>
                  <a:pt x="739655" y="669238"/>
                </a:lnTo>
                <a:lnTo>
                  <a:pt x="986206" y="649910"/>
                </a:lnTo>
                <a:lnTo>
                  <a:pt x="1232758" y="508587"/>
                </a:lnTo>
                <a:lnTo>
                  <a:pt x="1356034" y="241121"/>
                </a:lnTo>
                <a:lnTo>
                  <a:pt x="1479310" y="370071"/>
                </a:lnTo>
                <a:lnTo>
                  <a:pt x="1528620" y="396481"/>
                </a:lnTo>
                <a:lnTo>
                  <a:pt x="1577930" y="421660"/>
                </a:lnTo>
                <a:lnTo>
                  <a:pt x="1627241" y="413733"/>
                </a:lnTo>
                <a:lnTo>
                  <a:pt x="1676551" y="486809"/>
                </a:lnTo>
                <a:lnTo>
                  <a:pt x="1725861" y="525123"/>
                </a:lnTo>
                <a:lnTo>
                  <a:pt x="1775171" y="543596"/>
                </a:lnTo>
                <a:lnTo>
                  <a:pt x="1824482" y="500749"/>
                </a:lnTo>
                <a:lnTo>
                  <a:pt x="1873792" y="363219"/>
                </a:lnTo>
                <a:lnTo>
                  <a:pt x="1923102" y="209256"/>
                </a:lnTo>
                <a:lnTo>
                  <a:pt x="1972413" y="0"/>
                </a:lnTo>
                <a:lnTo>
                  <a:pt x="2218964" y="174756"/>
                </a:lnTo>
                <a:lnTo>
                  <a:pt x="2465516" y="112841"/>
                </a:lnTo>
                <a:lnTo>
                  <a:pt x="2712068" y="175822"/>
                </a:lnTo>
                <a:lnTo>
                  <a:pt x="2958619" y="156859"/>
                </a:lnTo>
                <a:lnTo>
                  <a:pt x="3205171" y="68424"/>
                </a:lnTo>
              </a:path>
            </a:pathLst>
          </a:custGeom>
          <a:noFill/>
          <a:ln w="22860">
            <a:solidFill>
              <a:srgbClr val="1F5FA8"/>
            </a:solidFill>
            <a:prstDash val="dash"/>
            <a:round/>
          </a:ln>
        </p:spPr>
        <p:txBody>
          <a:bodyPr rtlCol="0" anchor="ctr"/>
          <a:lstStyle/>
          <a:p>
            <a:pPr algn="ctr"/>
          </a:p>
        </p:txBody>
      </p:sp>
      <p:sp>
        <p:nvSpPr>
          <p:cNvPr id="108" name="!!canal_d_f"/>
          <p:cNvSpPr/>
          <p:nvPr/>
        </p:nvSpPr>
        <p:spPr>
          <a:xfrm>
            <a:off x="7628418" y="3382227"/>
            <a:ext cx="3205171" cy="634872"/>
          </a:xfrm>
          <a:custGeom>
            <a:avLst/>
            <a:gdLst/>
            <a:ahLst/>
            <a:cxnLst/>
            <a:rect l="l" t="t" r="r" b="b"/>
            <a:pathLst>
              <a:path w="3205171" h="634872">
                <a:moveTo>
                  <a:pt x="0" y="278137"/>
                </a:moveTo>
                <a:lnTo>
                  <a:pt x="246551" y="554029"/>
                </a:lnTo>
                <a:lnTo>
                  <a:pt x="493103" y="634872"/>
                </a:lnTo>
                <a:lnTo>
                  <a:pt x="739655" y="601489"/>
                </a:lnTo>
                <a:lnTo>
                  <a:pt x="986206" y="600196"/>
                </a:lnTo>
                <a:lnTo>
                  <a:pt x="1232758" y="494437"/>
                </a:lnTo>
                <a:lnTo>
                  <a:pt x="1356034" y="266015"/>
                </a:lnTo>
                <a:lnTo>
                  <a:pt x="1479310" y="313593"/>
                </a:lnTo>
                <a:lnTo>
                  <a:pt x="1528620" y="358525"/>
                </a:lnTo>
                <a:lnTo>
                  <a:pt x="1577930" y="344638"/>
                </a:lnTo>
                <a:lnTo>
                  <a:pt x="1627241" y="336439"/>
                </a:lnTo>
                <a:lnTo>
                  <a:pt x="1676551" y="388949"/>
                </a:lnTo>
                <a:lnTo>
                  <a:pt x="1725861" y="409710"/>
                </a:lnTo>
                <a:lnTo>
                  <a:pt x="1775171" y="447365"/>
                </a:lnTo>
                <a:lnTo>
                  <a:pt x="1824482" y="432609"/>
                </a:lnTo>
                <a:lnTo>
                  <a:pt x="1873792" y="332241"/>
                </a:lnTo>
                <a:lnTo>
                  <a:pt x="1923102" y="134205"/>
                </a:lnTo>
                <a:lnTo>
                  <a:pt x="1972413" y="18078"/>
                </a:lnTo>
                <a:lnTo>
                  <a:pt x="2218964" y="159400"/>
                </a:lnTo>
                <a:lnTo>
                  <a:pt x="2465516" y="272397"/>
                </a:lnTo>
                <a:lnTo>
                  <a:pt x="2712068" y="253629"/>
                </a:lnTo>
                <a:lnTo>
                  <a:pt x="2958619" y="122443"/>
                </a:lnTo>
                <a:lnTo>
                  <a:pt x="3205171" y="0"/>
                </a:lnTo>
              </a:path>
            </a:pathLst>
          </a:custGeom>
          <a:noFill/>
          <a:ln w="22860">
            <a:solidFill>
              <a:srgbClr val="C8102E"/>
            </a:solidFill>
            <a:prstDash val="dash"/>
            <a:round/>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Matched to an Asian series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Gray: Tan, 10 Chinese Singaporean cadavers, 56 to 77 years. Green: our 73 adults inside their age, height and weight.</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Tan SH, Teo EC, Chua HC. Eur Spine J 2004;13:137-146.   Benzel EC. Biomechanics of Spine Stabilization, 3rd ed. Thieme; 2015, ch. 1, Figs 1.1 and 1.9, digitised.   Gold tiers 3 and 4: public CT, C2 to the sacrum in view.</a:t>
            </a:r>
          </a:p>
        </p:txBody>
      </p:sp>
      <p:pic>
        <p:nvPicPr>
          <p:cNvPr id="6" name="!!body_base" descr="Benzel's vertebral body width and depth by level in black, with the gold tier means matched to Tan's cadavers' age and build in green, beside Tan's means in gray."/>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Benzel's spinal canal width and depth by level in black, with the gold tier's CT canal means matched to Tan's cadavers' age and build in green, beside Tan's means in gray."/>
          <p:cNvPicPr>
            <a:picLocks noChangeAspect="1"/>
          </p:cNvPicPr>
          <p:nvPr/>
        </p:nvPicPr>
        <p:blipFill>
          <a:blip r:embed="rId3"/>
          <a:stretch>
            <a:fillRect/>
          </a:stretch>
        </p:blipFill>
        <p:spPr>
          <a:xfrm>
            <a:off x="7031191" y="1420000"/>
            <a:ext cx="4241275" cy="3829999"/>
          </a:xfrm>
          <a:prstGeom prst="rect">
            <a:avLst/>
          </a:prstGeom>
        </p:spPr>
      </p:pic>
      <p:sp>
        <p:nvSpPr>
          <p:cNvPr id="3" name="!!body_rw"/>
          <p:cNvSpPr/>
          <p:nvPr/>
        </p:nvSpPr>
        <p:spPr>
          <a:xfrm>
            <a:off x="2975865" y="2371525"/>
            <a:ext cx="3083907" cy="1804696"/>
          </a:xfrm>
          <a:custGeom>
            <a:avLst/>
            <a:gdLst/>
            <a:ahLst/>
            <a:cxnLst/>
            <a:rect l="l" t="t" r="r" b="b"/>
            <a:pathLst>
              <a:path w="3083907" h="1804696">
                <a:moveTo>
                  <a:pt x="0" y="1804696"/>
                </a:moveTo>
                <a:lnTo>
                  <a:pt x="154196" y="1763945"/>
                </a:lnTo>
                <a:lnTo>
                  <a:pt x="308391" y="1711550"/>
                </a:lnTo>
                <a:lnTo>
                  <a:pt x="462586" y="1501973"/>
                </a:lnTo>
                <a:lnTo>
                  <a:pt x="616782" y="1455400"/>
                </a:lnTo>
                <a:lnTo>
                  <a:pt x="770977" y="1059531"/>
                </a:lnTo>
                <a:lnTo>
                  <a:pt x="925172" y="1164320"/>
                </a:lnTo>
                <a:lnTo>
                  <a:pt x="986850" y="1216714"/>
                </a:lnTo>
                <a:lnTo>
                  <a:pt x="1048529" y="1181785"/>
                </a:lnTo>
                <a:lnTo>
                  <a:pt x="1110207" y="1251644"/>
                </a:lnTo>
                <a:lnTo>
                  <a:pt x="1171885" y="1193428"/>
                </a:lnTo>
                <a:lnTo>
                  <a:pt x="1233563" y="1076996"/>
                </a:lnTo>
                <a:lnTo>
                  <a:pt x="1295241" y="1012958"/>
                </a:lnTo>
                <a:lnTo>
                  <a:pt x="1356919" y="937277"/>
                </a:lnTo>
                <a:lnTo>
                  <a:pt x="1418597" y="780094"/>
                </a:lnTo>
                <a:lnTo>
                  <a:pt x="1480275" y="582160"/>
                </a:lnTo>
                <a:lnTo>
                  <a:pt x="1541954" y="518122"/>
                </a:lnTo>
                <a:lnTo>
                  <a:pt x="1850344" y="355117"/>
                </a:lnTo>
                <a:lnTo>
                  <a:pt x="2158735" y="227042"/>
                </a:lnTo>
                <a:lnTo>
                  <a:pt x="2467125" y="104789"/>
                </a:lnTo>
                <a:lnTo>
                  <a:pt x="2775516" y="0"/>
                </a:lnTo>
                <a:lnTo>
                  <a:pt x="3083907" y="93145"/>
                </a:lnTo>
              </a:path>
            </a:pathLst>
          </a:custGeom>
          <a:noFill/>
          <a:ln w="11430">
            <a:solidFill>
              <a:srgbClr val="5A5A5A"/>
            </a:solidFill>
            <a:prstDash val="sysDot"/>
            <a:round/>
          </a:ln>
        </p:spPr>
        <p:txBody>
          <a:bodyPr rtlCol="0" anchor="ctr"/>
          <a:lstStyle/>
          <a:p>
            <a:pPr algn="ctr"/>
          </a:p>
        </p:txBody>
      </p:sp>
      <p:sp>
        <p:nvSpPr>
          <p:cNvPr id="8" name="!!body_rw_C3"/>
          <p:cNvSpPr/>
          <p:nvPr/>
        </p:nvSpPr>
        <p:spPr>
          <a:xfrm>
            <a:off x="2954275" y="4154631"/>
            <a:ext cx="43180" cy="43180"/>
          </a:xfrm>
          <a:prstGeom prst="diamond">
            <a:avLst/>
          </a:prstGeom>
          <a:solidFill>
            <a:srgbClr val="5A5A5A"/>
          </a:solidFill>
          <a:ln>
            <a:noFill/>
          </a:ln>
        </p:spPr>
        <p:txBody>
          <a:bodyPr rtlCol="0" anchor="ctr"/>
          <a:lstStyle/>
          <a:p>
            <a:pPr algn="ctr"/>
          </a:p>
        </p:txBody>
      </p:sp>
      <p:sp>
        <p:nvSpPr>
          <p:cNvPr id="9" name="!!body_rw_C4"/>
          <p:cNvSpPr/>
          <p:nvPr/>
        </p:nvSpPr>
        <p:spPr>
          <a:xfrm>
            <a:off x="3108471" y="4113880"/>
            <a:ext cx="43180" cy="43180"/>
          </a:xfrm>
          <a:prstGeom prst="diamond">
            <a:avLst/>
          </a:prstGeom>
          <a:solidFill>
            <a:srgbClr val="5A5A5A"/>
          </a:solidFill>
          <a:ln>
            <a:noFill/>
          </a:ln>
        </p:spPr>
        <p:txBody>
          <a:bodyPr rtlCol="0" anchor="ctr"/>
          <a:lstStyle/>
          <a:p>
            <a:pPr algn="ctr"/>
          </a:p>
        </p:txBody>
      </p:sp>
      <p:sp>
        <p:nvSpPr>
          <p:cNvPr id="10" name="!!body_rw_C5"/>
          <p:cNvSpPr/>
          <p:nvPr/>
        </p:nvSpPr>
        <p:spPr>
          <a:xfrm>
            <a:off x="3262666" y="4061485"/>
            <a:ext cx="43180" cy="43180"/>
          </a:xfrm>
          <a:prstGeom prst="diamond">
            <a:avLst/>
          </a:prstGeom>
          <a:solidFill>
            <a:srgbClr val="5A5A5A"/>
          </a:solidFill>
          <a:ln>
            <a:noFill/>
          </a:ln>
        </p:spPr>
        <p:txBody>
          <a:bodyPr rtlCol="0" anchor="ctr"/>
          <a:lstStyle/>
          <a:p>
            <a:pPr algn="ctr"/>
          </a:p>
        </p:txBody>
      </p:sp>
      <p:sp>
        <p:nvSpPr>
          <p:cNvPr id="11" name="!!body_rw_C6"/>
          <p:cNvSpPr/>
          <p:nvPr/>
        </p:nvSpPr>
        <p:spPr>
          <a:xfrm>
            <a:off x="3416861" y="3851908"/>
            <a:ext cx="43180" cy="43180"/>
          </a:xfrm>
          <a:prstGeom prst="diamond">
            <a:avLst/>
          </a:prstGeom>
          <a:solidFill>
            <a:srgbClr val="5A5A5A"/>
          </a:solidFill>
          <a:ln>
            <a:noFill/>
          </a:ln>
        </p:spPr>
        <p:txBody>
          <a:bodyPr rtlCol="0" anchor="ctr"/>
          <a:lstStyle/>
          <a:p>
            <a:pPr algn="ctr"/>
          </a:p>
        </p:txBody>
      </p:sp>
      <p:sp>
        <p:nvSpPr>
          <p:cNvPr id="12" name="!!body_rw_C7"/>
          <p:cNvSpPr/>
          <p:nvPr/>
        </p:nvSpPr>
        <p:spPr>
          <a:xfrm>
            <a:off x="3571057" y="3805335"/>
            <a:ext cx="43180" cy="43180"/>
          </a:xfrm>
          <a:prstGeom prst="diamond">
            <a:avLst/>
          </a:prstGeom>
          <a:solidFill>
            <a:srgbClr val="5A5A5A"/>
          </a:solidFill>
          <a:ln>
            <a:noFill/>
          </a:ln>
        </p:spPr>
        <p:txBody>
          <a:bodyPr rtlCol="0" anchor="ctr"/>
          <a:lstStyle/>
          <a:p>
            <a:pPr algn="ctr"/>
          </a:p>
        </p:txBody>
      </p:sp>
      <p:sp>
        <p:nvSpPr>
          <p:cNvPr id="13" name="!!body_rw_T1"/>
          <p:cNvSpPr/>
          <p:nvPr/>
        </p:nvSpPr>
        <p:spPr>
          <a:xfrm>
            <a:off x="3725252" y="3409466"/>
            <a:ext cx="43180" cy="43180"/>
          </a:xfrm>
          <a:prstGeom prst="diamond">
            <a:avLst/>
          </a:prstGeom>
          <a:solidFill>
            <a:srgbClr val="5A5A5A"/>
          </a:solidFill>
          <a:ln>
            <a:noFill/>
          </a:ln>
        </p:spPr>
        <p:txBody>
          <a:bodyPr rtlCol="0" anchor="ctr"/>
          <a:lstStyle/>
          <a:p>
            <a:pPr algn="ctr"/>
          </a:p>
        </p:txBody>
      </p:sp>
      <p:sp>
        <p:nvSpPr>
          <p:cNvPr id="14" name="!!body_rw_T2"/>
          <p:cNvSpPr/>
          <p:nvPr/>
        </p:nvSpPr>
        <p:spPr>
          <a:xfrm>
            <a:off x="3879447" y="3514255"/>
            <a:ext cx="43180" cy="43180"/>
          </a:xfrm>
          <a:prstGeom prst="diamond">
            <a:avLst/>
          </a:prstGeom>
          <a:solidFill>
            <a:srgbClr val="5A5A5A"/>
          </a:solidFill>
          <a:ln>
            <a:noFill/>
          </a:ln>
        </p:spPr>
        <p:txBody>
          <a:bodyPr rtlCol="0" anchor="ctr"/>
          <a:lstStyle/>
          <a:p>
            <a:pPr algn="ctr"/>
          </a:p>
        </p:txBody>
      </p:sp>
      <p:sp>
        <p:nvSpPr>
          <p:cNvPr id="15" name="!!body_rw_T3"/>
          <p:cNvSpPr/>
          <p:nvPr/>
        </p:nvSpPr>
        <p:spPr>
          <a:xfrm>
            <a:off x="3941125" y="3566649"/>
            <a:ext cx="43180" cy="43180"/>
          </a:xfrm>
          <a:prstGeom prst="diamond">
            <a:avLst/>
          </a:prstGeom>
          <a:solidFill>
            <a:srgbClr val="5A5A5A"/>
          </a:solidFill>
          <a:ln>
            <a:noFill/>
          </a:ln>
        </p:spPr>
        <p:txBody>
          <a:bodyPr rtlCol="0" anchor="ctr"/>
          <a:lstStyle/>
          <a:p>
            <a:pPr algn="ctr"/>
          </a:p>
        </p:txBody>
      </p:sp>
      <p:sp>
        <p:nvSpPr>
          <p:cNvPr id="16" name="!!body_rw_T4"/>
          <p:cNvSpPr/>
          <p:nvPr/>
        </p:nvSpPr>
        <p:spPr>
          <a:xfrm>
            <a:off x="4002804" y="3531720"/>
            <a:ext cx="43180" cy="43180"/>
          </a:xfrm>
          <a:prstGeom prst="diamond">
            <a:avLst/>
          </a:prstGeom>
          <a:solidFill>
            <a:srgbClr val="5A5A5A"/>
          </a:solidFill>
          <a:ln>
            <a:noFill/>
          </a:ln>
        </p:spPr>
        <p:txBody>
          <a:bodyPr rtlCol="0" anchor="ctr"/>
          <a:lstStyle/>
          <a:p>
            <a:pPr algn="ctr"/>
          </a:p>
        </p:txBody>
      </p:sp>
      <p:sp>
        <p:nvSpPr>
          <p:cNvPr id="17" name="!!body_rw_T5"/>
          <p:cNvSpPr/>
          <p:nvPr/>
        </p:nvSpPr>
        <p:spPr>
          <a:xfrm>
            <a:off x="4064482" y="3601579"/>
            <a:ext cx="43180" cy="43180"/>
          </a:xfrm>
          <a:prstGeom prst="diamond">
            <a:avLst/>
          </a:prstGeom>
          <a:solidFill>
            <a:srgbClr val="5A5A5A"/>
          </a:solidFill>
          <a:ln>
            <a:noFill/>
          </a:ln>
        </p:spPr>
        <p:txBody>
          <a:bodyPr rtlCol="0" anchor="ctr"/>
          <a:lstStyle/>
          <a:p>
            <a:pPr algn="ctr"/>
          </a:p>
        </p:txBody>
      </p:sp>
      <p:sp>
        <p:nvSpPr>
          <p:cNvPr id="18" name="!!body_rw_T6"/>
          <p:cNvSpPr/>
          <p:nvPr/>
        </p:nvSpPr>
        <p:spPr>
          <a:xfrm>
            <a:off x="4126160" y="3543363"/>
            <a:ext cx="43180" cy="43180"/>
          </a:xfrm>
          <a:prstGeom prst="diamond">
            <a:avLst/>
          </a:prstGeom>
          <a:solidFill>
            <a:srgbClr val="5A5A5A"/>
          </a:solidFill>
          <a:ln>
            <a:noFill/>
          </a:ln>
        </p:spPr>
        <p:txBody>
          <a:bodyPr rtlCol="0" anchor="ctr"/>
          <a:lstStyle/>
          <a:p>
            <a:pPr algn="ctr"/>
          </a:p>
        </p:txBody>
      </p:sp>
      <p:sp>
        <p:nvSpPr>
          <p:cNvPr id="19" name="!!body_rw_T7"/>
          <p:cNvSpPr/>
          <p:nvPr/>
        </p:nvSpPr>
        <p:spPr>
          <a:xfrm>
            <a:off x="4187838" y="3426931"/>
            <a:ext cx="43180" cy="43180"/>
          </a:xfrm>
          <a:prstGeom prst="diamond">
            <a:avLst/>
          </a:prstGeom>
          <a:solidFill>
            <a:srgbClr val="5A5A5A"/>
          </a:solidFill>
          <a:ln>
            <a:noFill/>
          </a:ln>
        </p:spPr>
        <p:txBody>
          <a:bodyPr rtlCol="0" anchor="ctr"/>
          <a:lstStyle/>
          <a:p>
            <a:pPr algn="ctr"/>
          </a:p>
        </p:txBody>
      </p:sp>
      <p:sp>
        <p:nvSpPr>
          <p:cNvPr id="20" name="!!body_rw_T8"/>
          <p:cNvSpPr/>
          <p:nvPr/>
        </p:nvSpPr>
        <p:spPr>
          <a:xfrm>
            <a:off x="4249516" y="3362893"/>
            <a:ext cx="43180" cy="43180"/>
          </a:xfrm>
          <a:prstGeom prst="diamond">
            <a:avLst/>
          </a:prstGeom>
          <a:solidFill>
            <a:srgbClr val="5A5A5A"/>
          </a:solidFill>
          <a:ln>
            <a:noFill/>
          </a:ln>
        </p:spPr>
        <p:txBody>
          <a:bodyPr rtlCol="0" anchor="ctr"/>
          <a:lstStyle/>
          <a:p>
            <a:pPr algn="ctr"/>
          </a:p>
        </p:txBody>
      </p:sp>
      <p:sp>
        <p:nvSpPr>
          <p:cNvPr id="21" name="!!body_rw_T9"/>
          <p:cNvSpPr/>
          <p:nvPr/>
        </p:nvSpPr>
        <p:spPr>
          <a:xfrm>
            <a:off x="4311194" y="3287212"/>
            <a:ext cx="43180" cy="43180"/>
          </a:xfrm>
          <a:prstGeom prst="diamond">
            <a:avLst/>
          </a:prstGeom>
          <a:solidFill>
            <a:srgbClr val="5A5A5A"/>
          </a:solidFill>
          <a:ln>
            <a:noFill/>
          </a:ln>
        </p:spPr>
        <p:txBody>
          <a:bodyPr rtlCol="0" anchor="ctr"/>
          <a:lstStyle/>
          <a:p>
            <a:pPr algn="ctr"/>
          </a:p>
        </p:txBody>
      </p:sp>
      <p:sp>
        <p:nvSpPr>
          <p:cNvPr id="22" name="!!body_rw_T10"/>
          <p:cNvSpPr/>
          <p:nvPr/>
        </p:nvSpPr>
        <p:spPr>
          <a:xfrm>
            <a:off x="4372872" y="3130029"/>
            <a:ext cx="43180" cy="43180"/>
          </a:xfrm>
          <a:prstGeom prst="diamond">
            <a:avLst/>
          </a:prstGeom>
          <a:solidFill>
            <a:srgbClr val="5A5A5A"/>
          </a:solidFill>
          <a:ln>
            <a:noFill/>
          </a:ln>
        </p:spPr>
        <p:txBody>
          <a:bodyPr rtlCol="0" anchor="ctr"/>
          <a:lstStyle/>
          <a:p>
            <a:pPr algn="ctr"/>
          </a:p>
        </p:txBody>
      </p:sp>
      <p:sp>
        <p:nvSpPr>
          <p:cNvPr id="23" name="!!body_rw_T11"/>
          <p:cNvSpPr/>
          <p:nvPr/>
        </p:nvSpPr>
        <p:spPr>
          <a:xfrm>
            <a:off x="4434550" y="2932095"/>
            <a:ext cx="43180" cy="43180"/>
          </a:xfrm>
          <a:prstGeom prst="diamond">
            <a:avLst/>
          </a:prstGeom>
          <a:solidFill>
            <a:srgbClr val="5A5A5A"/>
          </a:solidFill>
          <a:ln>
            <a:noFill/>
          </a:ln>
        </p:spPr>
        <p:txBody>
          <a:bodyPr rtlCol="0" anchor="ctr"/>
          <a:lstStyle/>
          <a:p>
            <a:pPr algn="ctr"/>
          </a:p>
        </p:txBody>
      </p:sp>
      <p:sp>
        <p:nvSpPr>
          <p:cNvPr id="24" name="!!body_rw_T12"/>
          <p:cNvSpPr/>
          <p:nvPr/>
        </p:nvSpPr>
        <p:spPr>
          <a:xfrm>
            <a:off x="4496229" y="2868057"/>
            <a:ext cx="43180" cy="43180"/>
          </a:xfrm>
          <a:prstGeom prst="diamond">
            <a:avLst/>
          </a:prstGeom>
          <a:solidFill>
            <a:srgbClr val="5A5A5A"/>
          </a:solidFill>
          <a:ln>
            <a:noFill/>
          </a:ln>
        </p:spPr>
        <p:txBody>
          <a:bodyPr rtlCol="0" anchor="ctr"/>
          <a:lstStyle/>
          <a:p>
            <a:pPr algn="ctr"/>
          </a:p>
        </p:txBody>
      </p:sp>
      <p:sp>
        <p:nvSpPr>
          <p:cNvPr id="25" name="!!body_rw_L1"/>
          <p:cNvSpPr/>
          <p:nvPr/>
        </p:nvSpPr>
        <p:spPr>
          <a:xfrm>
            <a:off x="4804619" y="2705052"/>
            <a:ext cx="43180" cy="43180"/>
          </a:xfrm>
          <a:prstGeom prst="diamond">
            <a:avLst/>
          </a:prstGeom>
          <a:solidFill>
            <a:srgbClr val="5A5A5A"/>
          </a:solidFill>
          <a:ln>
            <a:noFill/>
          </a:ln>
        </p:spPr>
        <p:txBody>
          <a:bodyPr rtlCol="0" anchor="ctr"/>
          <a:lstStyle/>
          <a:p>
            <a:pPr algn="ctr"/>
          </a:p>
        </p:txBody>
      </p:sp>
      <p:sp>
        <p:nvSpPr>
          <p:cNvPr id="26" name="!!body_rw_L2"/>
          <p:cNvSpPr/>
          <p:nvPr/>
        </p:nvSpPr>
        <p:spPr>
          <a:xfrm>
            <a:off x="5113010" y="2576977"/>
            <a:ext cx="43180" cy="43180"/>
          </a:xfrm>
          <a:prstGeom prst="diamond">
            <a:avLst/>
          </a:prstGeom>
          <a:solidFill>
            <a:srgbClr val="5A5A5A"/>
          </a:solidFill>
          <a:ln>
            <a:noFill/>
          </a:ln>
        </p:spPr>
        <p:txBody>
          <a:bodyPr rtlCol="0" anchor="ctr"/>
          <a:lstStyle/>
          <a:p>
            <a:pPr algn="ctr"/>
          </a:p>
        </p:txBody>
      </p:sp>
      <p:sp>
        <p:nvSpPr>
          <p:cNvPr id="27" name="!!body_rw_L3"/>
          <p:cNvSpPr/>
          <p:nvPr/>
        </p:nvSpPr>
        <p:spPr>
          <a:xfrm>
            <a:off x="5421400" y="2454724"/>
            <a:ext cx="43180" cy="43180"/>
          </a:xfrm>
          <a:prstGeom prst="diamond">
            <a:avLst/>
          </a:prstGeom>
          <a:solidFill>
            <a:srgbClr val="5A5A5A"/>
          </a:solidFill>
          <a:ln>
            <a:noFill/>
          </a:ln>
        </p:spPr>
        <p:txBody>
          <a:bodyPr rtlCol="0" anchor="ctr"/>
          <a:lstStyle/>
          <a:p>
            <a:pPr algn="ctr"/>
          </a:p>
        </p:txBody>
      </p:sp>
      <p:sp>
        <p:nvSpPr>
          <p:cNvPr id="28" name="!!body_rw_L4"/>
          <p:cNvSpPr/>
          <p:nvPr/>
        </p:nvSpPr>
        <p:spPr>
          <a:xfrm>
            <a:off x="5729791" y="2349935"/>
            <a:ext cx="43180" cy="43180"/>
          </a:xfrm>
          <a:prstGeom prst="diamond">
            <a:avLst/>
          </a:prstGeom>
          <a:solidFill>
            <a:srgbClr val="5A5A5A"/>
          </a:solidFill>
          <a:ln>
            <a:noFill/>
          </a:ln>
        </p:spPr>
        <p:txBody>
          <a:bodyPr rtlCol="0" anchor="ctr"/>
          <a:lstStyle/>
          <a:p>
            <a:pPr algn="ctr"/>
          </a:p>
        </p:txBody>
      </p:sp>
      <p:sp>
        <p:nvSpPr>
          <p:cNvPr id="29" name="!!body_rw_L5"/>
          <p:cNvSpPr/>
          <p:nvPr/>
        </p:nvSpPr>
        <p:spPr>
          <a:xfrm>
            <a:off x="6038182" y="2443080"/>
            <a:ext cx="43180" cy="43180"/>
          </a:xfrm>
          <a:prstGeom prst="diamond">
            <a:avLst/>
          </a:prstGeom>
          <a:solidFill>
            <a:srgbClr val="5A5A5A"/>
          </a:solidFill>
          <a:ln>
            <a:noFill/>
          </a:ln>
        </p:spPr>
        <p:txBody>
          <a:bodyPr rtlCol="0" anchor="ctr"/>
          <a:lstStyle/>
          <a:p>
            <a:pPr algn="ctr"/>
          </a:p>
        </p:txBody>
      </p:sp>
      <p:sp>
        <p:nvSpPr>
          <p:cNvPr id="30" name="!!body_rd"/>
          <p:cNvSpPr/>
          <p:nvPr/>
        </p:nvSpPr>
        <p:spPr>
          <a:xfrm>
            <a:off x="2975865" y="3215657"/>
            <a:ext cx="3083907" cy="1001315"/>
          </a:xfrm>
          <a:custGeom>
            <a:avLst/>
            <a:gdLst/>
            <a:ahLst/>
            <a:cxnLst/>
            <a:rect l="l" t="t" r="r" b="b"/>
            <a:pathLst>
              <a:path w="3083907" h="1001315">
                <a:moveTo>
                  <a:pt x="0" y="1001315"/>
                </a:moveTo>
                <a:lnTo>
                  <a:pt x="154196" y="978029"/>
                </a:lnTo>
                <a:lnTo>
                  <a:pt x="308391" y="960564"/>
                </a:lnTo>
                <a:lnTo>
                  <a:pt x="462586" y="943099"/>
                </a:lnTo>
                <a:lnTo>
                  <a:pt x="616782" y="913991"/>
                </a:lnTo>
                <a:lnTo>
                  <a:pt x="770977" y="925634"/>
                </a:lnTo>
                <a:lnTo>
                  <a:pt x="925172" y="844132"/>
                </a:lnTo>
                <a:lnTo>
                  <a:pt x="986850" y="745165"/>
                </a:lnTo>
                <a:lnTo>
                  <a:pt x="1048529" y="692770"/>
                </a:lnTo>
                <a:lnTo>
                  <a:pt x="1110207" y="599625"/>
                </a:lnTo>
                <a:lnTo>
                  <a:pt x="1171885" y="523944"/>
                </a:lnTo>
                <a:lnTo>
                  <a:pt x="1233563" y="471549"/>
                </a:lnTo>
                <a:lnTo>
                  <a:pt x="1295241" y="436620"/>
                </a:lnTo>
                <a:lnTo>
                  <a:pt x="1356919" y="372582"/>
                </a:lnTo>
                <a:lnTo>
                  <a:pt x="1418597" y="314366"/>
                </a:lnTo>
                <a:lnTo>
                  <a:pt x="1480275" y="314366"/>
                </a:lnTo>
                <a:lnTo>
                  <a:pt x="1541954" y="238685"/>
                </a:lnTo>
                <a:lnTo>
                  <a:pt x="1850344" y="192113"/>
                </a:lnTo>
                <a:lnTo>
                  <a:pt x="2158735" y="145540"/>
                </a:lnTo>
                <a:lnTo>
                  <a:pt x="2467125" y="52394"/>
                </a:lnTo>
                <a:lnTo>
                  <a:pt x="2775516" y="0"/>
                </a:lnTo>
                <a:lnTo>
                  <a:pt x="3083907" y="23286"/>
                </a:lnTo>
              </a:path>
            </a:pathLst>
          </a:custGeom>
          <a:noFill/>
          <a:ln w="11430">
            <a:solidFill>
              <a:srgbClr val="5A5A5A"/>
            </a:solidFill>
            <a:prstDash val="sysDot"/>
            <a:round/>
          </a:ln>
        </p:spPr>
        <p:txBody>
          <a:bodyPr rtlCol="0" anchor="ctr"/>
          <a:lstStyle/>
          <a:p>
            <a:pPr algn="ctr"/>
          </a:p>
        </p:txBody>
      </p:sp>
      <p:sp>
        <p:nvSpPr>
          <p:cNvPr id="31" name="!!body_rd_C3"/>
          <p:cNvSpPr/>
          <p:nvPr/>
        </p:nvSpPr>
        <p:spPr>
          <a:xfrm>
            <a:off x="2954275" y="4195382"/>
            <a:ext cx="43180" cy="43180"/>
          </a:xfrm>
          <a:prstGeom prst="diamond">
            <a:avLst/>
          </a:prstGeom>
          <a:solidFill>
            <a:srgbClr val="5A5A5A"/>
          </a:solidFill>
          <a:ln>
            <a:noFill/>
          </a:ln>
        </p:spPr>
        <p:txBody>
          <a:bodyPr rtlCol="0" anchor="ctr"/>
          <a:lstStyle/>
          <a:p>
            <a:pPr algn="ctr"/>
          </a:p>
        </p:txBody>
      </p:sp>
      <p:sp>
        <p:nvSpPr>
          <p:cNvPr id="32" name="!!body_rd_C4"/>
          <p:cNvSpPr/>
          <p:nvPr/>
        </p:nvSpPr>
        <p:spPr>
          <a:xfrm>
            <a:off x="3108471" y="4172096"/>
            <a:ext cx="43180" cy="43180"/>
          </a:xfrm>
          <a:prstGeom prst="diamond">
            <a:avLst/>
          </a:prstGeom>
          <a:solidFill>
            <a:srgbClr val="5A5A5A"/>
          </a:solidFill>
          <a:ln>
            <a:noFill/>
          </a:ln>
        </p:spPr>
        <p:txBody>
          <a:bodyPr rtlCol="0" anchor="ctr"/>
          <a:lstStyle/>
          <a:p>
            <a:pPr algn="ctr"/>
          </a:p>
        </p:txBody>
      </p:sp>
      <p:sp>
        <p:nvSpPr>
          <p:cNvPr id="33" name="!!body_rd_C5"/>
          <p:cNvSpPr/>
          <p:nvPr/>
        </p:nvSpPr>
        <p:spPr>
          <a:xfrm>
            <a:off x="3262666" y="4154631"/>
            <a:ext cx="43180" cy="43180"/>
          </a:xfrm>
          <a:prstGeom prst="diamond">
            <a:avLst/>
          </a:prstGeom>
          <a:solidFill>
            <a:srgbClr val="5A5A5A"/>
          </a:solidFill>
          <a:ln>
            <a:noFill/>
          </a:ln>
        </p:spPr>
        <p:txBody>
          <a:bodyPr rtlCol="0" anchor="ctr"/>
          <a:lstStyle/>
          <a:p>
            <a:pPr algn="ctr"/>
          </a:p>
        </p:txBody>
      </p:sp>
      <p:sp>
        <p:nvSpPr>
          <p:cNvPr id="34" name="!!body_rd_C6"/>
          <p:cNvSpPr/>
          <p:nvPr/>
        </p:nvSpPr>
        <p:spPr>
          <a:xfrm>
            <a:off x="3416861" y="4137166"/>
            <a:ext cx="43180" cy="43180"/>
          </a:xfrm>
          <a:prstGeom prst="diamond">
            <a:avLst/>
          </a:prstGeom>
          <a:solidFill>
            <a:srgbClr val="5A5A5A"/>
          </a:solidFill>
          <a:ln>
            <a:noFill/>
          </a:ln>
        </p:spPr>
        <p:txBody>
          <a:bodyPr rtlCol="0" anchor="ctr"/>
          <a:lstStyle/>
          <a:p>
            <a:pPr algn="ctr"/>
          </a:p>
        </p:txBody>
      </p:sp>
      <p:sp>
        <p:nvSpPr>
          <p:cNvPr id="35" name="!!body_rd_C7"/>
          <p:cNvSpPr/>
          <p:nvPr/>
        </p:nvSpPr>
        <p:spPr>
          <a:xfrm>
            <a:off x="3571057" y="4108058"/>
            <a:ext cx="43180" cy="43180"/>
          </a:xfrm>
          <a:prstGeom prst="diamond">
            <a:avLst/>
          </a:prstGeom>
          <a:solidFill>
            <a:srgbClr val="5A5A5A"/>
          </a:solidFill>
          <a:ln>
            <a:noFill/>
          </a:ln>
        </p:spPr>
        <p:txBody>
          <a:bodyPr rtlCol="0" anchor="ctr"/>
          <a:lstStyle/>
          <a:p>
            <a:pPr algn="ctr"/>
          </a:p>
        </p:txBody>
      </p:sp>
      <p:sp>
        <p:nvSpPr>
          <p:cNvPr id="36" name="!!body_rd_T1"/>
          <p:cNvSpPr/>
          <p:nvPr/>
        </p:nvSpPr>
        <p:spPr>
          <a:xfrm>
            <a:off x="3725252" y="4119701"/>
            <a:ext cx="43180" cy="43180"/>
          </a:xfrm>
          <a:prstGeom prst="diamond">
            <a:avLst/>
          </a:prstGeom>
          <a:solidFill>
            <a:srgbClr val="5A5A5A"/>
          </a:solidFill>
          <a:ln>
            <a:noFill/>
          </a:ln>
        </p:spPr>
        <p:txBody>
          <a:bodyPr rtlCol="0" anchor="ctr"/>
          <a:lstStyle/>
          <a:p>
            <a:pPr algn="ctr"/>
          </a:p>
        </p:txBody>
      </p:sp>
      <p:sp>
        <p:nvSpPr>
          <p:cNvPr id="37" name="!!body_rd_T2"/>
          <p:cNvSpPr/>
          <p:nvPr/>
        </p:nvSpPr>
        <p:spPr>
          <a:xfrm>
            <a:off x="3879447" y="4038199"/>
            <a:ext cx="43180" cy="43180"/>
          </a:xfrm>
          <a:prstGeom prst="diamond">
            <a:avLst/>
          </a:prstGeom>
          <a:solidFill>
            <a:srgbClr val="5A5A5A"/>
          </a:solidFill>
          <a:ln>
            <a:noFill/>
          </a:ln>
        </p:spPr>
        <p:txBody>
          <a:bodyPr rtlCol="0" anchor="ctr"/>
          <a:lstStyle/>
          <a:p>
            <a:pPr algn="ctr"/>
          </a:p>
        </p:txBody>
      </p:sp>
      <p:sp>
        <p:nvSpPr>
          <p:cNvPr id="38" name="!!body_rd_T3"/>
          <p:cNvSpPr/>
          <p:nvPr/>
        </p:nvSpPr>
        <p:spPr>
          <a:xfrm>
            <a:off x="3941125" y="3939232"/>
            <a:ext cx="43180" cy="43180"/>
          </a:xfrm>
          <a:prstGeom prst="diamond">
            <a:avLst/>
          </a:prstGeom>
          <a:solidFill>
            <a:srgbClr val="5A5A5A"/>
          </a:solidFill>
          <a:ln>
            <a:noFill/>
          </a:ln>
        </p:spPr>
        <p:txBody>
          <a:bodyPr rtlCol="0" anchor="ctr"/>
          <a:lstStyle/>
          <a:p>
            <a:pPr algn="ctr"/>
          </a:p>
        </p:txBody>
      </p:sp>
      <p:sp>
        <p:nvSpPr>
          <p:cNvPr id="39" name="!!body_rd_T4"/>
          <p:cNvSpPr/>
          <p:nvPr/>
        </p:nvSpPr>
        <p:spPr>
          <a:xfrm>
            <a:off x="4002804" y="3886837"/>
            <a:ext cx="43180" cy="43180"/>
          </a:xfrm>
          <a:prstGeom prst="diamond">
            <a:avLst/>
          </a:prstGeom>
          <a:solidFill>
            <a:srgbClr val="5A5A5A"/>
          </a:solidFill>
          <a:ln>
            <a:noFill/>
          </a:ln>
        </p:spPr>
        <p:txBody>
          <a:bodyPr rtlCol="0" anchor="ctr"/>
          <a:lstStyle/>
          <a:p>
            <a:pPr algn="ctr"/>
          </a:p>
        </p:txBody>
      </p:sp>
      <p:sp>
        <p:nvSpPr>
          <p:cNvPr id="40" name="!!body_rd_T5"/>
          <p:cNvSpPr/>
          <p:nvPr/>
        </p:nvSpPr>
        <p:spPr>
          <a:xfrm>
            <a:off x="4064482" y="3793692"/>
            <a:ext cx="43180" cy="43180"/>
          </a:xfrm>
          <a:prstGeom prst="diamond">
            <a:avLst/>
          </a:prstGeom>
          <a:solidFill>
            <a:srgbClr val="5A5A5A"/>
          </a:solidFill>
          <a:ln>
            <a:noFill/>
          </a:ln>
        </p:spPr>
        <p:txBody>
          <a:bodyPr rtlCol="0" anchor="ctr"/>
          <a:lstStyle/>
          <a:p>
            <a:pPr algn="ctr"/>
          </a:p>
        </p:txBody>
      </p:sp>
      <p:sp>
        <p:nvSpPr>
          <p:cNvPr id="41" name="!!body_rd_T6"/>
          <p:cNvSpPr/>
          <p:nvPr/>
        </p:nvSpPr>
        <p:spPr>
          <a:xfrm>
            <a:off x="4126160" y="3718011"/>
            <a:ext cx="43180" cy="43180"/>
          </a:xfrm>
          <a:prstGeom prst="diamond">
            <a:avLst/>
          </a:prstGeom>
          <a:solidFill>
            <a:srgbClr val="5A5A5A"/>
          </a:solidFill>
          <a:ln>
            <a:noFill/>
          </a:ln>
        </p:spPr>
        <p:txBody>
          <a:bodyPr rtlCol="0" anchor="ctr"/>
          <a:lstStyle/>
          <a:p>
            <a:pPr algn="ctr"/>
          </a:p>
        </p:txBody>
      </p:sp>
      <p:sp>
        <p:nvSpPr>
          <p:cNvPr id="42" name="!!body_rd_T7"/>
          <p:cNvSpPr/>
          <p:nvPr/>
        </p:nvSpPr>
        <p:spPr>
          <a:xfrm>
            <a:off x="4187838" y="3665616"/>
            <a:ext cx="43180" cy="43180"/>
          </a:xfrm>
          <a:prstGeom prst="diamond">
            <a:avLst/>
          </a:prstGeom>
          <a:solidFill>
            <a:srgbClr val="5A5A5A"/>
          </a:solidFill>
          <a:ln>
            <a:noFill/>
          </a:ln>
        </p:spPr>
        <p:txBody>
          <a:bodyPr rtlCol="0" anchor="ctr"/>
          <a:lstStyle/>
          <a:p>
            <a:pPr algn="ctr"/>
          </a:p>
        </p:txBody>
      </p:sp>
      <p:sp>
        <p:nvSpPr>
          <p:cNvPr id="43" name="!!body_rd_T8"/>
          <p:cNvSpPr/>
          <p:nvPr/>
        </p:nvSpPr>
        <p:spPr>
          <a:xfrm>
            <a:off x="4249516" y="3630687"/>
            <a:ext cx="43180" cy="43180"/>
          </a:xfrm>
          <a:prstGeom prst="diamond">
            <a:avLst/>
          </a:prstGeom>
          <a:solidFill>
            <a:srgbClr val="5A5A5A"/>
          </a:solidFill>
          <a:ln>
            <a:noFill/>
          </a:ln>
        </p:spPr>
        <p:txBody>
          <a:bodyPr rtlCol="0" anchor="ctr"/>
          <a:lstStyle/>
          <a:p>
            <a:pPr algn="ctr"/>
          </a:p>
        </p:txBody>
      </p:sp>
      <p:sp>
        <p:nvSpPr>
          <p:cNvPr id="44" name="!!body_rd_T9"/>
          <p:cNvSpPr/>
          <p:nvPr/>
        </p:nvSpPr>
        <p:spPr>
          <a:xfrm>
            <a:off x="4311194" y="3566649"/>
            <a:ext cx="43180" cy="43180"/>
          </a:xfrm>
          <a:prstGeom prst="diamond">
            <a:avLst/>
          </a:prstGeom>
          <a:solidFill>
            <a:srgbClr val="5A5A5A"/>
          </a:solidFill>
          <a:ln>
            <a:noFill/>
          </a:ln>
        </p:spPr>
        <p:txBody>
          <a:bodyPr rtlCol="0" anchor="ctr"/>
          <a:lstStyle/>
          <a:p>
            <a:pPr algn="ctr"/>
          </a:p>
        </p:txBody>
      </p:sp>
      <p:sp>
        <p:nvSpPr>
          <p:cNvPr id="45" name="!!body_rd_T10"/>
          <p:cNvSpPr/>
          <p:nvPr/>
        </p:nvSpPr>
        <p:spPr>
          <a:xfrm>
            <a:off x="4372872" y="3508433"/>
            <a:ext cx="43180" cy="43180"/>
          </a:xfrm>
          <a:prstGeom prst="diamond">
            <a:avLst/>
          </a:prstGeom>
          <a:solidFill>
            <a:srgbClr val="5A5A5A"/>
          </a:solidFill>
          <a:ln>
            <a:noFill/>
          </a:ln>
        </p:spPr>
        <p:txBody>
          <a:bodyPr rtlCol="0" anchor="ctr"/>
          <a:lstStyle/>
          <a:p>
            <a:pPr algn="ctr"/>
          </a:p>
        </p:txBody>
      </p:sp>
      <p:sp>
        <p:nvSpPr>
          <p:cNvPr id="46" name="!!body_rd_T11"/>
          <p:cNvSpPr/>
          <p:nvPr/>
        </p:nvSpPr>
        <p:spPr>
          <a:xfrm>
            <a:off x="4434550" y="3508433"/>
            <a:ext cx="43180" cy="43180"/>
          </a:xfrm>
          <a:prstGeom prst="diamond">
            <a:avLst/>
          </a:prstGeom>
          <a:solidFill>
            <a:srgbClr val="5A5A5A"/>
          </a:solidFill>
          <a:ln>
            <a:noFill/>
          </a:ln>
        </p:spPr>
        <p:txBody>
          <a:bodyPr rtlCol="0" anchor="ctr"/>
          <a:lstStyle/>
          <a:p>
            <a:pPr algn="ctr"/>
          </a:p>
        </p:txBody>
      </p:sp>
      <p:sp>
        <p:nvSpPr>
          <p:cNvPr id="47" name="!!body_rd_T12"/>
          <p:cNvSpPr/>
          <p:nvPr/>
        </p:nvSpPr>
        <p:spPr>
          <a:xfrm>
            <a:off x="4496229" y="3432752"/>
            <a:ext cx="43180" cy="43180"/>
          </a:xfrm>
          <a:prstGeom prst="diamond">
            <a:avLst/>
          </a:prstGeom>
          <a:solidFill>
            <a:srgbClr val="5A5A5A"/>
          </a:solidFill>
          <a:ln>
            <a:noFill/>
          </a:ln>
        </p:spPr>
        <p:txBody>
          <a:bodyPr rtlCol="0" anchor="ctr"/>
          <a:lstStyle/>
          <a:p>
            <a:pPr algn="ctr"/>
          </a:p>
        </p:txBody>
      </p:sp>
      <p:sp>
        <p:nvSpPr>
          <p:cNvPr id="48" name="!!body_rd_L1"/>
          <p:cNvSpPr/>
          <p:nvPr/>
        </p:nvSpPr>
        <p:spPr>
          <a:xfrm>
            <a:off x="4804619" y="3386180"/>
            <a:ext cx="43180" cy="43180"/>
          </a:xfrm>
          <a:prstGeom prst="diamond">
            <a:avLst/>
          </a:prstGeom>
          <a:solidFill>
            <a:srgbClr val="5A5A5A"/>
          </a:solidFill>
          <a:ln>
            <a:noFill/>
          </a:ln>
        </p:spPr>
        <p:txBody>
          <a:bodyPr rtlCol="0" anchor="ctr"/>
          <a:lstStyle/>
          <a:p>
            <a:pPr algn="ctr"/>
          </a:p>
        </p:txBody>
      </p:sp>
      <p:sp>
        <p:nvSpPr>
          <p:cNvPr id="49" name="!!body_rd_L2"/>
          <p:cNvSpPr/>
          <p:nvPr/>
        </p:nvSpPr>
        <p:spPr>
          <a:xfrm>
            <a:off x="5113010" y="3339607"/>
            <a:ext cx="43180" cy="43180"/>
          </a:xfrm>
          <a:prstGeom prst="diamond">
            <a:avLst/>
          </a:prstGeom>
          <a:solidFill>
            <a:srgbClr val="5A5A5A"/>
          </a:solidFill>
          <a:ln>
            <a:noFill/>
          </a:ln>
        </p:spPr>
        <p:txBody>
          <a:bodyPr rtlCol="0" anchor="ctr"/>
          <a:lstStyle/>
          <a:p>
            <a:pPr algn="ctr"/>
          </a:p>
        </p:txBody>
      </p:sp>
      <p:sp>
        <p:nvSpPr>
          <p:cNvPr id="50" name="!!body_rd_L3"/>
          <p:cNvSpPr/>
          <p:nvPr/>
        </p:nvSpPr>
        <p:spPr>
          <a:xfrm>
            <a:off x="5421400" y="3246461"/>
            <a:ext cx="43180" cy="43180"/>
          </a:xfrm>
          <a:prstGeom prst="diamond">
            <a:avLst/>
          </a:prstGeom>
          <a:solidFill>
            <a:srgbClr val="5A5A5A"/>
          </a:solidFill>
          <a:ln>
            <a:noFill/>
          </a:ln>
        </p:spPr>
        <p:txBody>
          <a:bodyPr rtlCol="0" anchor="ctr"/>
          <a:lstStyle/>
          <a:p>
            <a:pPr algn="ctr"/>
          </a:p>
        </p:txBody>
      </p:sp>
      <p:sp>
        <p:nvSpPr>
          <p:cNvPr id="51" name="!!body_rd_L4"/>
          <p:cNvSpPr/>
          <p:nvPr/>
        </p:nvSpPr>
        <p:spPr>
          <a:xfrm>
            <a:off x="5729791" y="3194067"/>
            <a:ext cx="43180" cy="43180"/>
          </a:xfrm>
          <a:prstGeom prst="diamond">
            <a:avLst/>
          </a:prstGeom>
          <a:solidFill>
            <a:srgbClr val="5A5A5A"/>
          </a:solidFill>
          <a:ln>
            <a:noFill/>
          </a:ln>
        </p:spPr>
        <p:txBody>
          <a:bodyPr rtlCol="0" anchor="ctr"/>
          <a:lstStyle/>
          <a:p>
            <a:pPr algn="ctr"/>
          </a:p>
        </p:txBody>
      </p:sp>
      <p:sp>
        <p:nvSpPr>
          <p:cNvPr id="52" name="!!body_rd_L5"/>
          <p:cNvSpPr/>
          <p:nvPr/>
        </p:nvSpPr>
        <p:spPr>
          <a:xfrm>
            <a:off x="6038182" y="3217353"/>
            <a:ext cx="43180" cy="43180"/>
          </a:xfrm>
          <a:prstGeom prst="diamond">
            <a:avLst/>
          </a:prstGeom>
          <a:solidFill>
            <a:srgbClr val="5A5A5A"/>
          </a:solidFill>
          <a:ln>
            <a:noFill/>
          </a:ln>
        </p:spPr>
        <p:txBody>
          <a:bodyPr rtlCol="0" anchor="ctr"/>
          <a:lstStyle/>
          <a:p>
            <a:pPr algn="ctr"/>
          </a:p>
        </p:txBody>
      </p:sp>
      <p:sp>
        <p:nvSpPr>
          <p:cNvPr id="53" name="!!body_w_m"/>
          <p:cNvSpPr/>
          <p:nvPr/>
        </p:nvSpPr>
        <p:spPr>
          <a:xfrm>
            <a:off x="2975865" y="2109582"/>
            <a:ext cx="3083907" cy="1897017"/>
          </a:xfrm>
          <a:custGeom>
            <a:avLst/>
            <a:gdLst/>
            <a:ahLst/>
            <a:cxnLst/>
            <a:rect l="l" t="t" r="r" b="b"/>
            <a:pathLst>
              <a:path w="3083907" h="1897017">
                <a:moveTo>
                  <a:pt x="0" y="1897017"/>
                </a:moveTo>
                <a:lnTo>
                  <a:pt x="154196" y="1827826"/>
                </a:lnTo>
                <a:lnTo>
                  <a:pt x="308391" y="1766625"/>
                </a:lnTo>
                <a:lnTo>
                  <a:pt x="462586" y="1599797"/>
                </a:lnTo>
                <a:lnTo>
                  <a:pt x="616782" y="1573464"/>
                </a:lnTo>
                <a:lnTo>
                  <a:pt x="770977" y="1380443"/>
                </a:lnTo>
                <a:lnTo>
                  <a:pt x="925172" y="1174747"/>
                </a:lnTo>
                <a:lnTo>
                  <a:pt x="986850" y="1353228"/>
                </a:lnTo>
                <a:lnTo>
                  <a:pt x="1048529" y="1410309"/>
                </a:lnTo>
                <a:lnTo>
                  <a:pt x="1110207" y="1357971"/>
                </a:lnTo>
                <a:lnTo>
                  <a:pt x="1171885" y="1263017"/>
                </a:lnTo>
                <a:lnTo>
                  <a:pt x="1233563" y="1177526"/>
                </a:lnTo>
                <a:lnTo>
                  <a:pt x="1295241" y="1005531"/>
                </a:lnTo>
                <a:lnTo>
                  <a:pt x="1356919" y="919862"/>
                </a:lnTo>
                <a:lnTo>
                  <a:pt x="1418597" y="759582"/>
                </a:lnTo>
                <a:lnTo>
                  <a:pt x="1480275" y="651546"/>
                </a:lnTo>
                <a:lnTo>
                  <a:pt x="1541954" y="525066"/>
                </a:lnTo>
                <a:lnTo>
                  <a:pt x="1850344" y="398026"/>
                </a:lnTo>
                <a:lnTo>
                  <a:pt x="2158735" y="299335"/>
                </a:lnTo>
                <a:lnTo>
                  <a:pt x="2467125" y="165167"/>
                </a:lnTo>
                <a:lnTo>
                  <a:pt x="2775516" y="0"/>
                </a:lnTo>
                <a:lnTo>
                  <a:pt x="3083907" y="142203"/>
                </a:lnTo>
              </a:path>
            </a:pathLst>
          </a:custGeom>
          <a:noFill/>
          <a:ln w="22860">
            <a:solidFill>
              <a:srgbClr val="1B7F4B"/>
            </a:solidFill>
            <a:round/>
          </a:ln>
        </p:spPr>
        <p:txBody>
          <a:bodyPr rtlCol="0" anchor="ctr"/>
          <a:lstStyle/>
          <a:p>
            <a:pPr algn="ctr"/>
          </a:p>
        </p:txBody>
      </p:sp>
      <p:sp>
        <p:nvSpPr>
          <p:cNvPr id="54" name="!!body_w_f"/>
          <p:cNvSpPr/>
          <p:nvPr/>
        </p:nvSpPr>
        <p:spPr>
          <a:xfrm>
            <a:off x="2975865" y="2109582"/>
            <a:ext cx="3083907" cy="1897017"/>
          </a:xfrm>
          <a:custGeom>
            <a:avLst/>
            <a:gdLst/>
            <a:ahLst/>
            <a:cxnLst/>
            <a:rect l="l" t="t" r="r" b="b"/>
            <a:pathLst>
              <a:path w="3083907" h="1897017">
                <a:moveTo>
                  <a:pt x="0" y="1897017"/>
                </a:moveTo>
                <a:lnTo>
                  <a:pt x="154196" y="1827826"/>
                </a:lnTo>
                <a:lnTo>
                  <a:pt x="308391" y="1766625"/>
                </a:lnTo>
                <a:lnTo>
                  <a:pt x="462586" y="1599797"/>
                </a:lnTo>
                <a:lnTo>
                  <a:pt x="616782" y="1573464"/>
                </a:lnTo>
                <a:lnTo>
                  <a:pt x="770977" y="1380443"/>
                </a:lnTo>
                <a:lnTo>
                  <a:pt x="925172" y="1174747"/>
                </a:lnTo>
                <a:lnTo>
                  <a:pt x="986850" y="1353228"/>
                </a:lnTo>
                <a:lnTo>
                  <a:pt x="1048529" y="1410309"/>
                </a:lnTo>
                <a:lnTo>
                  <a:pt x="1110207" y="1357971"/>
                </a:lnTo>
                <a:lnTo>
                  <a:pt x="1171885" y="1263017"/>
                </a:lnTo>
                <a:lnTo>
                  <a:pt x="1233563" y="1177526"/>
                </a:lnTo>
                <a:lnTo>
                  <a:pt x="1295241" y="1005531"/>
                </a:lnTo>
                <a:lnTo>
                  <a:pt x="1356919" y="919862"/>
                </a:lnTo>
                <a:lnTo>
                  <a:pt x="1418597" y="759582"/>
                </a:lnTo>
                <a:lnTo>
                  <a:pt x="1480275" y="651546"/>
                </a:lnTo>
                <a:lnTo>
                  <a:pt x="1541954" y="525066"/>
                </a:lnTo>
                <a:lnTo>
                  <a:pt x="1850344" y="398026"/>
                </a:lnTo>
                <a:lnTo>
                  <a:pt x="2158735" y="299335"/>
                </a:lnTo>
                <a:lnTo>
                  <a:pt x="2467125" y="165167"/>
                </a:lnTo>
                <a:lnTo>
                  <a:pt x="2775516" y="0"/>
                </a:lnTo>
                <a:lnTo>
                  <a:pt x="3083907" y="142203"/>
                </a:lnTo>
              </a:path>
            </a:pathLst>
          </a:custGeom>
          <a:noFill/>
          <a:ln w="22860">
            <a:solidFill>
              <a:srgbClr val="1B7F4B"/>
            </a:solidFill>
            <a:round/>
          </a:ln>
        </p:spPr>
        <p:txBody>
          <a:bodyPr rtlCol="0" anchor="ctr"/>
          <a:lstStyle/>
          <a:p>
            <a:pPr algn="ctr"/>
          </a:p>
        </p:txBody>
      </p:sp>
      <p:sp>
        <p:nvSpPr>
          <p:cNvPr id="55" name="!!body_d_m"/>
          <p:cNvSpPr/>
          <p:nvPr/>
        </p:nvSpPr>
        <p:spPr>
          <a:xfrm>
            <a:off x="2975865" y="3080937"/>
            <a:ext cx="3083907" cy="1146309"/>
          </a:xfrm>
          <a:custGeom>
            <a:avLst/>
            <a:gdLst/>
            <a:ahLst/>
            <a:cxnLst/>
            <a:rect l="l" t="t" r="r" b="b"/>
            <a:pathLst>
              <a:path w="3083907" h="1146309">
                <a:moveTo>
                  <a:pt x="0" y="1146309"/>
                </a:moveTo>
                <a:lnTo>
                  <a:pt x="154196" y="1102097"/>
                </a:lnTo>
                <a:lnTo>
                  <a:pt x="308391" y="1022433"/>
                </a:lnTo>
                <a:lnTo>
                  <a:pt x="462586" y="898748"/>
                </a:lnTo>
                <a:lnTo>
                  <a:pt x="616782" y="826596"/>
                </a:lnTo>
                <a:lnTo>
                  <a:pt x="770977" y="885967"/>
                </a:lnTo>
                <a:lnTo>
                  <a:pt x="925172" y="795812"/>
                </a:lnTo>
                <a:lnTo>
                  <a:pt x="986850" y="685889"/>
                </a:lnTo>
                <a:lnTo>
                  <a:pt x="1048529" y="555905"/>
                </a:lnTo>
                <a:lnTo>
                  <a:pt x="1110207" y="455483"/>
                </a:lnTo>
                <a:lnTo>
                  <a:pt x="1171885" y="369125"/>
                </a:lnTo>
                <a:lnTo>
                  <a:pt x="1233563" y="280130"/>
                </a:lnTo>
                <a:lnTo>
                  <a:pt x="1295241" y="203399"/>
                </a:lnTo>
                <a:lnTo>
                  <a:pt x="1356919" y="156344"/>
                </a:lnTo>
                <a:lnTo>
                  <a:pt x="1418597" y="93630"/>
                </a:lnTo>
                <a:lnTo>
                  <a:pt x="1480275" y="112704"/>
                </a:lnTo>
                <a:lnTo>
                  <a:pt x="1541954" y="134345"/>
                </a:lnTo>
                <a:lnTo>
                  <a:pt x="1850344" y="104815"/>
                </a:lnTo>
                <a:lnTo>
                  <a:pt x="2158735" y="67090"/>
                </a:lnTo>
                <a:lnTo>
                  <a:pt x="2467125" y="20241"/>
                </a:lnTo>
                <a:lnTo>
                  <a:pt x="2775516" y="0"/>
                </a:lnTo>
                <a:lnTo>
                  <a:pt x="3083907" y="138891"/>
                </a:lnTo>
              </a:path>
            </a:pathLst>
          </a:custGeom>
          <a:noFill/>
          <a:ln w="22860">
            <a:solidFill>
              <a:srgbClr val="1B7F4B"/>
            </a:solidFill>
            <a:prstDash val="dash"/>
            <a:round/>
          </a:ln>
        </p:spPr>
        <p:txBody>
          <a:bodyPr rtlCol="0" anchor="ctr"/>
          <a:lstStyle/>
          <a:p>
            <a:pPr algn="ctr"/>
          </a:p>
        </p:txBody>
      </p:sp>
      <p:sp>
        <p:nvSpPr>
          <p:cNvPr id="56" name="!!body_d_f"/>
          <p:cNvSpPr/>
          <p:nvPr/>
        </p:nvSpPr>
        <p:spPr>
          <a:xfrm>
            <a:off x="2975865" y="3080937"/>
            <a:ext cx="3083907" cy="1146309"/>
          </a:xfrm>
          <a:custGeom>
            <a:avLst/>
            <a:gdLst/>
            <a:ahLst/>
            <a:cxnLst/>
            <a:rect l="l" t="t" r="r" b="b"/>
            <a:pathLst>
              <a:path w="3083907" h="1146309">
                <a:moveTo>
                  <a:pt x="0" y="1146309"/>
                </a:moveTo>
                <a:lnTo>
                  <a:pt x="154196" y="1102097"/>
                </a:lnTo>
                <a:lnTo>
                  <a:pt x="308391" y="1022433"/>
                </a:lnTo>
                <a:lnTo>
                  <a:pt x="462586" y="898748"/>
                </a:lnTo>
                <a:lnTo>
                  <a:pt x="616782" y="826596"/>
                </a:lnTo>
                <a:lnTo>
                  <a:pt x="770977" y="885967"/>
                </a:lnTo>
                <a:lnTo>
                  <a:pt x="925172" y="795812"/>
                </a:lnTo>
                <a:lnTo>
                  <a:pt x="986850" y="685889"/>
                </a:lnTo>
                <a:lnTo>
                  <a:pt x="1048529" y="555905"/>
                </a:lnTo>
                <a:lnTo>
                  <a:pt x="1110207" y="455483"/>
                </a:lnTo>
                <a:lnTo>
                  <a:pt x="1171885" y="369125"/>
                </a:lnTo>
                <a:lnTo>
                  <a:pt x="1233563" y="280130"/>
                </a:lnTo>
                <a:lnTo>
                  <a:pt x="1295241" y="203399"/>
                </a:lnTo>
                <a:lnTo>
                  <a:pt x="1356919" y="156344"/>
                </a:lnTo>
                <a:lnTo>
                  <a:pt x="1418597" y="93630"/>
                </a:lnTo>
                <a:lnTo>
                  <a:pt x="1480275" y="112704"/>
                </a:lnTo>
                <a:lnTo>
                  <a:pt x="1541954" y="134345"/>
                </a:lnTo>
                <a:lnTo>
                  <a:pt x="1850344" y="104815"/>
                </a:lnTo>
                <a:lnTo>
                  <a:pt x="2158735" y="67090"/>
                </a:lnTo>
                <a:lnTo>
                  <a:pt x="2467125" y="20241"/>
                </a:lnTo>
                <a:lnTo>
                  <a:pt x="2775516" y="0"/>
                </a:lnTo>
                <a:lnTo>
                  <a:pt x="3083907" y="138891"/>
                </a:lnTo>
              </a:path>
            </a:pathLst>
          </a:custGeom>
          <a:noFill/>
          <a:ln w="22860">
            <a:solidFill>
              <a:srgbClr val="1B7F4B"/>
            </a:solidFill>
            <a:prstDash val="dash"/>
            <a:round/>
          </a:ln>
        </p:spPr>
        <p:txBody>
          <a:bodyPr rtlCol="0" anchor="ctr"/>
          <a:lstStyle/>
          <a:p>
            <a:pPr algn="ctr"/>
          </a:p>
        </p:txBody>
      </p:sp>
      <p:sp>
        <p:nvSpPr>
          <p:cNvPr id="57" name="!!canal_rw"/>
          <p:cNvSpPr/>
          <p:nvPr/>
        </p:nvSpPr>
        <p:spPr>
          <a:xfrm>
            <a:off x="7874969" y="2866360"/>
            <a:ext cx="2958620" cy="1152677"/>
          </a:xfrm>
          <a:custGeom>
            <a:avLst/>
            <a:gdLst/>
            <a:ahLst/>
            <a:cxnLst/>
            <a:rect l="l" t="t" r="r" b="b"/>
            <a:pathLst>
              <a:path w="2958620" h="1152677">
                <a:moveTo>
                  <a:pt x="0" y="489015"/>
                </a:moveTo>
                <a:lnTo>
                  <a:pt x="246552" y="477371"/>
                </a:lnTo>
                <a:lnTo>
                  <a:pt x="493104" y="360939"/>
                </a:lnTo>
                <a:lnTo>
                  <a:pt x="739655" y="326010"/>
                </a:lnTo>
                <a:lnTo>
                  <a:pt x="986207" y="430799"/>
                </a:lnTo>
                <a:lnTo>
                  <a:pt x="1109483" y="663663"/>
                </a:lnTo>
                <a:lnTo>
                  <a:pt x="1232759" y="954742"/>
                </a:lnTo>
                <a:lnTo>
                  <a:pt x="1282069" y="1071174"/>
                </a:lnTo>
                <a:lnTo>
                  <a:pt x="1331379" y="1152677"/>
                </a:lnTo>
                <a:lnTo>
                  <a:pt x="1380690" y="1141034"/>
                </a:lnTo>
                <a:lnTo>
                  <a:pt x="1430000" y="1117747"/>
                </a:lnTo>
                <a:lnTo>
                  <a:pt x="1479310" y="1106104"/>
                </a:lnTo>
                <a:lnTo>
                  <a:pt x="1528620" y="1082818"/>
                </a:lnTo>
                <a:lnTo>
                  <a:pt x="1577931" y="1071174"/>
                </a:lnTo>
                <a:lnTo>
                  <a:pt x="1627241" y="1071174"/>
                </a:lnTo>
                <a:lnTo>
                  <a:pt x="1676551" y="943099"/>
                </a:lnTo>
                <a:lnTo>
                  <a:pt x="1725862" y="640376"/>
                </a:lnTo>
                <a:lnTo>
                  <a:pt x="1972413" y="465728"/>
                </a:lnTo>
                <a:lnTo>
                  <a:pt x="2218965" y="454085"/>
                </a:lnTo>
                <a:lnTo>
                  <a:pt x="2465517" y="465728"/>
                </a:lnTo>
                <a:lnTo>
                  <a:pt x="2712068" y="372583"/>
                </a:lnTo>
                <a:lnTo>
                  <a:pt x="2958620" y="0"/>
                </a:lnTo>
              </a:path>
            </a:pathLst>
          </a:custGeom>
          <a:noFill/>
          <a:ln w="11430">
            <a:solidFill>
              <a:srgbClr val="5A5A5A"/>
            </a:solidFill>
            <a:prstDash val="sysDot"/>
            <a:round/>
          </a:ln>
        </p:spPr>
        <p:txBody>
          <a:bodyPr rtlCol="0" anchor="ctr"/>
          <a:lstStyle/>
          <a:p>
            <a:pPr algn="ctr"/>
          </a:p>
        </p:txBody>
      </p:sp>
      <p:sp>
        <p:nvSpPr>
          <p:cNvPr id="58" name="!!canal_rw_C3"/>
          <p:cNvSpPr/>
          <p:nvPr/>
        </p:nvSpPr>
        <p:spPr>
          <a:xfrm>
            <a:off x="7853379" y="3333785"/>
            <a:ext cx="43180" cy="43180"/>
          </a:xfrm>
          <a:prstGeom prst="diamond">
            <a:avLst/>
          </a:prstGeom>
          <a:solidFill>
            <a:srgbClr val="5A5A5A"/>
          </a:solidFill>
          <a:ln>
            <a:noFill/>
          </a:ln>
        </p:spPr>
        <p:txBody>
          <a:bodyPr rtlCol="0" anchor="ctr"/>
          <a:lstStyle/>
          <a:p>
            <a:pPr algn="ctr"/>
          </a:p>
        </p:txBody>
      </p:sp>
      <p:sp>
        <p:nvSpPr>
          <p:cNvPr id="59" name="!!canal_rw_C4"/>
          <p:cNvSpPr/>
          <p:nvPr/>
        </p:nvSpPr>
        <p:spPr>
          <a:xfrm>
            <a:off x="8099931" y="3322141"/>
            <a:ext cx="43180" cy="43180"/>
          </a:xfrm>
          <a:prstGeom prst="diamond">
            <a:avLst/>
          </a:prstGeom>
          <a:solidFill>
            <a:srgbClr val="5A5A5A"/>
          </a:solidFill>
          <a:ln>
            <a:noFill/>
          </a:ln>
        </p:spPr>
        <p:txBody>
          <a:bodyPr rtlCol="0" anchor="ctr"/>
          <a:lstStyle/>
          <a:p>
            <a:pPr algn="ctr"/>
          </a:p>
        </p:txBody>
      </p:sp>
      <p:sp>
        <p:nvSpPr>
          <p:cNvPr id="60" name="!!canal_rw_C5"/>
          <p:cNvSpPr/>
          <p:nvPr/>
        </p:nvSpPr>
        <p:spPr>
          <a:xfrm>
            <a:off x="8346483" y="3205709"/>
            <a:ext cx="43180" cy="43180"/>
          </a:xfrm>
          <a:prstGeom prst="diamond">
            <a:avLst/>
          </a:prstGeom>
          <a:solidFill>
            <a:srgbClr val="5A5A5A"/>
          </a:solidFill>
          <a:ln>
            <a:noFill/>
          </a:ln>
        </p:spPr>
        <p:txBody>
          <a:bodyPr rtlCol="0" anchor="ctr"/>
          <a:lstStyle/>
          <a:p>
            <a:pPr algn="ctr"/>
          </a:p>
        </p:txBody>
      </p:sp>
      <p:sp>
        <p:nvSpPr>
          <p:cNvPr id="61" name="!!canal_rw_C6"/>
          <p:cNvSpPr/>
          <p:nvPr/>
        </p:nvSpPr>
        <p:spPr>
          <a:xfrm>
            <a:off x="8593034" y="3170780"/>
            <a:ext cx="43180" cy="43180"/>
          </a:xfrm>
          <a:prstGeom prst="diamond">
            <a:avLst/>
          </a:prstGeom>
          <a:solidFill>
            <a:srgbClr val="5A5A5A"/>
          </a:solidFill>
          <a:ln>
            <a:noFill/>
          </a:ln>
        </p:spPr>
        <p:txBody>
          <a:bodyPr rtlCol="0" anchor="ctr"/>
          <a:lstStyle/>
          <a:p>
            <a:pPr algn="ctr"/>
          </a:p>
        </p:txBody>
      </p:sp>
      <p:sp>
        <p:nvSpPr>
          <p:cNvPr id="62" name="!!canal_rw_C7"/>
          <p:cNvSpPr/>
          <p:nvPr/>
        </p:nvSpPr>
        <p:spPr>
          <a:xfrm>
            <a:off x="8839586" y="3275569"/>
            <a:ext cx="43180" cy="43180"/>
          </a:xfrm>
          <a:prstGeom prst="diamond">
            <a:avLst/>
          </a:prstGeom>
          <a:solidFill>
            <a:srgbClr val="5A5A5A"/>
          </a:solidFill>
          <a:ln>
            <a:noFill/>
          </a:ln>
        </p:spPr>
        <p:txBody>
          <a:bodyPr rtlCol="0" anchor="ctr"/>
          <a:lstStyle/>
          <a:p>
            <a:pPr algn="ctr"/>
          </a:p>
        </p:txBody>
      </p:sp>
      <p:sp>
        <p:nvSpPr>
          <p:cNvPr id="63" name="!!canal_rw_T1"/>
          <p:cNvSpPr/>
          <p:nvPr/>
        </p:nvSpPr>
        <p:spPr>
          <a:xfrm>
            <a:off x="8962862" y="3508433"/>
            <a:ext cx="43180" cy="43180"/>
          </a:xfrm>
          <a:prstGeom prst="diamond">
            <a:avLst/>
          </a:prstGeom>
          <a:solidFill>
            <a:srgbClr val="5A5A5A"/>
          </a:solidFill>
          <a:ln>
            <a:noFill/>
          </a:ln>
        </p:spPr>
        <p:txBody>
          <a:bodyPr rtlCol="0" anchor="ctr"/>
          <a:lstStyle/>
          <a:p>
            <a:pPr algn="ctr"/>
          </a:p>
        </p:txBody>
      </p:sp>
      <p:sp>
        <p:nvSpPr>
          <p:cNvPr id="64" name="!!canal_rw_T2"/>
          <p:cNvSpPr/>
          <p:nvPr/>
        </p:nvSpPr>
        <p:spPr>
          <a:xfrm>
            <a:off x="9086138" y="3799512"/>
            <a:ext cx="43180" cy="43180"/>
          </a:xfrm>
          <a:prstGeom prst="diamond">
            <a:avLst/>
          </a:prstGeom>
          <a:solidFill>
            <a:srgbClr val="5A5A5A"/>
          </a:solidFill>
          <a:ln>
            <a:noFill/>
          </a:ln>
        </p:spPr>
        <p:txBody>
          <a:bodyPr rtlCol="0" anchor="ctr"/>
          <a:lstStyle/>
          <a:p>
            <a:pPr algn="ctr"/>
          </a:p>
        </p:txBody>
      </p:sp>
      <p:sp>
        <p:nvSpPr>
          <p:cNvPr id="65" name="!!canal_rw_T3"/>
          <p:cNvSpPr/>
          <p:nvPr/>
        </p:nvSpPr>
        <p:spPr>
          <a:xfrm>
            <a:off x="9135448" y="3915944"/>
            <a:ext cx="43180" cy="43180"/>
          </a:xfrm>
          <a:prstGeom prst="diamond">
            <a:avLst/>
          </a:prstGeom>
          <a:solidFill>
            <a:srgbClr val="5A5A5A"/>
          </a:solidFill>
          <a:ln>
            <a:noFill/>
          </a:ln>
        </p:spPr>
        <p:txBody>
          <a:bodyPr rtlCol="0" anchor="ctr"/>
          <a:lstStyle/>
          <a:p>
            <a:pPr algn="ctr"/>
          </a:p>
        </p:txBody>
      </p:sp>
      <p:sp>
        <p:nvSpPr>
          <p:cNvPr id="66" name="!!canal_rw_T4"/>
          <p:cNvSpPr/>
          <p:nvPr/>
        </p:nvSpPr>
        <p:spPr>
          <a:xfrm>
            <a:off x="9184758" y="3997447"/>
            <a:ext cx="43180" cy="43180"/>
          </a:xfrm>
          <a:prstGeom prst="diamond">
            <a:avLst/>
          </a:prstGeom>
          <a:solidFill>
            <a:srgbClr val="5A5A5A"/>
          </a:solidFill>
          <a:ln>
            <a:noFill/>
          </a:ln>
        </p:spPr>
        <p:txBody>
          <a:bodyPr rtlCol="0" anchor="ctr"/>
          <a:lstStyle/>
          <a:p>
            <a:pPr algn="ctr"/>
          </a:p>
        </p:txBody>
      </p:sp>
      <p:sp>
        <p:nvSpPr>
          <p:cNvPr id="67" name="!!canal_rw_T5"/>
          <p:cNvSpPr/>
          <p:nvPr/>
        </p:nvSpPr>
        <p:spPr>
          <a:xfrm>
            <a:off x="9234069" y="3985804"/>
            <a:ext cx="43180" cy="43180"/>
          </a:xfrm>
          <a:prstGeom prst="diamond">
            <a:avLst/>
          </a:prstGeom>
          <a:solidFill>
            <a:srgbClr val="5A5A5A"/>
          </a:solidFill>
          <a:ln>
            <a:noFill/>
          </a:ln>
        </p:spPr>
        <p:txBody>
          <a:bodyPr rtlCol="0" anchor="ctr"/>
          <a:lstStyle/>
          <a:p>
            <a:pPr algn="ctr"/>
          </a:p>
        </p:txBody>
      </p:sp>
      <p:sp>
        <p:nvSpPr>
          <p:cNvPr id="68" name="!!canal_rw_T6"/>
          <p:cNvSpPr/>
          <p:nvPr/>
        </p:nvSpPr>
        <p:spPr>
          <a:xfrm>
            <a:off x="9283379" y="3962517"/>
            <a:ext cx="43180" cy="43180"/>
          </a:xfrm>
          <a:prstGeom prst="diamond">
            <a:avLst/>
          </a:prstGeom>
          <a:solidFill>
            <a:srgbClr val="5A5A5A"/>
          </a:solidFill>
          <a:ln>
            <a:noFill/>
          </a:ln>
        </p:spPr>
        <p:txBody>
          <a:bodyPr rtlCol="0" anchor="ctr"/>
          <a:lstStyle/>
          <a:p>
            <a:pPr algn="ctr"/>
          </a:p>
        </p:txBody>
      </p:sp>
      <p:sp>
        <p:nvSpPr>
          <p:cNvPr id="69" name="!!canal_rw_T7"/>
          <p:cNvSpPr/>
          <p:nvPr/>
        </p:nvSpPr>
        <p:spPr>
          <a:xfrm>
            <a:off x="9332689" y="3950874"/>
            <a:ext cx="43180" cy="43180"/>
          </a:xfrm>
          <a:prstGeom prst="diamond">
            <a:avLst/>
          </a:prstGeom>
          <a:solidFill>
            <a:srgbClr val="5A5A5A"/>
          </a:solidFill>
          <a:ln>
            <a:noFill/>
          </a:ln>
        </p:spPr>
        <p:txBody>
          <a:bodyPr rtlCol="0" anchor="ctr"/>
          <a:lstStyle/>
          <a:p>
            <a:pPr algn="ctr"/>
          </a:p>
        </p:txBody>
      </p:sp>
      <p:sp>
        <p:nvSpPr>
          <p:cNvPr id="70" name="!!canal_rw_T8"/>
          <p:cNvSpPr/>
          <p:nvPr/>
        </p:nvSpPr>
        <p:spPr>
          <a:xfrm>
            <a:off x="9381999" y="3927588"/>
            <a:ext cx="43180" cy="43180"/>
          </a:xfrm>
          <a:prstGeom prst="diamond">
            <a:avLst/>
          </a:prstGeom>
          <a:solidFill>
            <a:srgbClr val="5A5A5A"/>
          </a:solidFill>
          <a:ln>
            <a:noFill/>
          </a:ln>
        </p:spPr>
        <p:txBody>
          <a:bodyPr rtlCol="0" anchor="ctr"/>
          <a:lstStyle/>
          <a:p>
            <a:pPr algn="ctr"/>
          </a:p>
        </p:txBody>
      </p:sp>
      <p:sp>
        <p:nvSpPr>
          <p:cNvPr id="71" name="!!canal_rw_T9"/>
          <p:cNvSpPr/>
          <p:nvPr/>
        </p:nvSpPr>
        <p:spPr>
          <a:xfrm>
            <a:off x="9431310" y="3915944"/>
            <a:ext cx="43180" cy="43180"/>
          </a:xfrm>
          <a:prstGeom prst="diamond">
            <a:avLst/>
          </a:prstGeom>
          <a:solidFill>
            <a:srgbClr val="5A5A5A"/>
          </a:solidFill>
          <a:ln>
            <a:noFill/>
          </a:ln>
        </p:spPr>
        <p:txBody>
          <a:bodyPr rtlCol="0" anchor="ctr"/>
          <a:lstStyle/>
          <a:p>
            <a:pPr algn="ctr"/>
          </a:p>
        </p:txBody>
      </p:sp>
      <p:sp>
        <p:nvSpPr>
          <p:cNvPr id="72" name="!!canal_rw_T10"/>
          <p:cNvSpPr/>
          <p:nvPr/>
        </p:nvSpPr>
        <p:spPr>
          <a:xfrm>
            <a:off x="9480620" y="3915944"/>
            <a:ext cx="43180" cy="43180"/>
          </a:xfrm>
          <a:prstGeom prst="diamond">
            <a:avLst/>
          </a:prstGeom>
          <a:solidFill>
            <a:srgbClr val="5A5A5A"/>
          </a:solidFill>
          <a:ln>
            <a:noFill/>
          </a:ln>
        </p:spPr>
        <p:txBody>
          <a:bodyPr rtlCol="0" anchor="ctr"/>
          <a:lstStyle/>
          <a:p>
            <a:pPr algn="ctr"/>
          </a:p>
        </p:txBody>
      </p:sp>
      <p:sp>
        <p:nvSpPr>
          <p:cNvPr id="73" name="!!canal_rw_T11"/>
          <p:cNvSpPr/>
          <p:nvPr/>
        </p:nvSpPr>
        <p:spPr>
          <a:xfrm>
            <a:off x="9529930" y="3787869"/>
            <a:ext cx="43180" cy="43180"/>
          </a:xfrm>
          <a:prstGeom prst="diamond">
            <a:avLst/>
          </a:prstGeom>
          <a:solidFill>
            <a:srgbClr val="5A5A5A"/>
          </a:solidFill>
          <a:ln>
            <a:noFill/>
          </a:ln>
        </p:spPr>
        <p:txBody>
          <a:bodyPr rtlCol="0" anchor="ctr"/>
          <a:lstStyle/>
          <a:p>
            <a:pPr algn="ctr"/>
          </a:p>
        </p:txBody>
      </p:sp>
      <p:sp>
        <p:nvSpPr>
          <p:cNvPr id="74" name="!!canal_rw_T12"/>
          <p:cNvSpPr/>
          <p:nvPr/>
        </p:nvSpPr>
        <p:spPr>
          <a:xfrm>
            <a:off x="9579241" y="3485146"/>
            <a:ext cx="43180" cy="43180"/>
          </a:xfrm>
          <a:prstGeom prst="diamond">
            <a:avLst/>
          </a:prstGeom>
          <a:solidFill>
            <a:srgbClr val="5A5A5A"/>
          </a:solidFill>
          <a:ln>
            <a:noFill/>
          </a:ln>
        </p:spPr>
        <p:txBody>
          <a:bodyPr rtlCol="0" anchor="ctr"/>
          <a:lstStyle/>
          <a:p>
            <a:pPr algn="ctr"/>
          </a:p>
        </p:txBody>
      </p:sp>
      <p:sp>
        <p:nvSpPr>
          <p:cNvPr id="75" name="!!canal_rw_L1"/>
          <p:cNvSpPr/>
          <p:nvPr/>
        </p:nvSpPr>
        <p:spPr>
          <a:xfrm>
            <a:off x="9825792" y="3310498"/>
            <a:ext cx="43180" cy="43180"/>
          </a:xfrm>
          <a:prstGeom prst="diamond">
            <a:avLst/>
          </a:prstGeom>
          <a:solidFill>
            <a:srgbClr val="5A5A5A"/>
          </a:solidFill>
          <a:ln>
            <a:noFill/>
          </a:ln>
        </p:spPr>
        <p:txBody>
          <a:bodyPr rtlCol="0" anchor="ctr"/>
          <a:lstStyle/>
          <a:p>
            <a:pPr algn="ctr"/>
          </a:p>
        </p:txBody>
      </p:sp>
      <p:sp>
        <p:nvSpPr>
          <p:cNvPr id="76" name="!!canal_rw_L2"/>
          <p:cNvSpPr/>
          <p:nvPr/>
        </p:nvSpPr>
        <p:spPr>
          <a:xfrm>
            <a:off x="10072344" y="3298855"/>
            <a:ext cx="43180" cy="43180"/>
          </a:xfrm>
          <a:prstGeom prst="diamond">
            <a:avLst/>
          </a:prstGeom>
          <a:solidFill>
            <a:srgbClr val="5A5A5A"/>
          </a:solidFill>
          <a:ln>
            <a:noFill/>
          </a:ln>
        </p:spPr>
        <p:txBody>
          <a:bodyPr rtlCol="0" anchor="ctr"/>
          <a:lstStyle/>
          <a:p>
            <a:pPr algn="ctr"/>
          </a:p>
        </p:txBody>
      </p:sp>
      <p:sp>
        <p:nvSpPr>
          <p:cNvPr id="77" name="!!canal_rw_L3"/>
          <p:cNvSpPr/>
          <p:nvPr/>
        </p:nvSpPr>
        <p:spPr>
          <a:xfrm>
            <a:off x="10318896" y="3310498"/>
            <a:ext cx="43180" cy="43180"/>
          </a:xfrm>
          <a:prstGeom prst="diamond">
            <a:avLst/>
          </a:prstGeom>
          <a:solidFill>
            <a:srgbClr val="5A5A5A"/>
          </a:solidFill>
          <a:ln>
            <a:noFill/>
          </a:ln>
        </p:spPr>
        <p:txBody>
          <a:bodyPr rtlCol="0" anchor="ctr"/>
          <a:lstStyle/>
          <a:p>
            <a:pPr algn="ctr"/>
          </a:p>
        </p:txBody>
      </p:sp>
      <p:sp>
        <p:nvSpPr>
          <p:cNvPr id="78" name="!!canal_rw_L4"/>
          <p:cNvSpPr/>
          <p:nvPr/>
        </p:nvSpPr>
        <p:spPr>
          <a:xfrm>
            <a:off x="10565447" y="3217353"/>
            <a:ext cx="43180" cy="43180"/>
          </a:xfrm>
          <a:prstGeom prst="diamond">
            <a:avLst/>
          </a:prstGeom>
          <a:solidFill>
            <a:srgbClr val="5A5A5A"/>
          </a:solidFill>
          <a:ln>
            <a:noFill/>
          </a:ln>
        </p:spPr>
        <p:txBody>
          <a:bodyPr rtlCol="0" anchor="ctr"/>
          <a:lstStyle/>
          <a:p>
            <a:pPr algn="ctr"/>
          </a:p>
        </p:txBody>
      </p:sp>
      <p:sp>
        <p:nvSpPr>
          <p:cNvPr id="79" name="!!canal_rw_L5"/>
          <p:cNvSpPr/>
          <p:nvPr/>
        </p:nvSpPr>
        <p:spPr>
          <a:xfrm>
            <a:off x="10811999" y="2844770"/>
            <a:ext cx="43180" cy="43180"/>
          </a:xfrm>
          <a:prstGeom prst="diamond">
            <a:avLst/>
          </a:prstGeom>
          <a:solidFill>
            <a:srgbClr val="5A5A5A"/>
          </a:solidFill>
          <a:ln>
            <a:noFill/>
          </a:ln>
        </p:spPr>
        <p:txBody>
          <a:bodyPr rtlCol="0" anchor="ctr"/>
          <a:lstStyle/>
          <a:p>
            <a:pPr algn="ctr"/>
          </a:p>
        </p:txBody>
      </p:sp>
      <p:sp>
        <p:nvSpPr>
          <p:cNvPr id="80" name="!!canal_rd"/>
          <p:cNvSpPr/>
          <p:nvPr/>
        </p:nvSpPr>
        <p:spPr>
          <a:xfrm>
            <a:off x="7874969" y="4135469"/>
            <a:ext cx="2958620" cy="256150"/>
          </a:xfrm>
          <a:custGeom>
            <a:avLst/>
            <a:gdLst/>
            <a:ahLst/>
            <a:cxnLst/>
            <a:rect l="l" t="t" r="r" b="b"/>
            <a:pathLst>
              <a:path w="2958620" h="256150">
                <a:moveTo>
                  <a:pt x="0" y="256150"/>
                </a:moveTo>
                <a:lnTo>
                  <a:pt x="246552" y="256150"/>
                </a:lnTo>
                <a:lnTo>
                  <a:pt x="493104" y="256150"/>
                </a:lnTo>
                <a:lnTo>
                  <a:pt x="739655" y="256150"/>
                </a:lnTo>
                <a:lnTo>
                  <a:pt x="986207" y="174648"/>
                </a:lnTo>
                <a:lnTo>
                  <a:pt x="1109483" y="104789"/>
                </a:lnTo>
                <a:lnTo>
                  <a:pt x="1232759" y="93145"/>
                </a:lnTo>
                <a:lnTo>
                  <a:pt x="1282069" y="58216"/>
                </a:lnTo>
                <a:lnTo>
                  <a:pt x="1331379" y="81502"/>
                </a:lnTo>
                <a:lnTo>
                  <a:pt x="1380690" y="116432"/>
                </a:lnTo>
                <a:lnTo>
                  <a:pt x="1430000" y="104789"/>
                </a:lnTo>
                <a:lnTo>
                  <a:pt x="1479310" y="69859"/>
                </a:lnTo>
                <a:lnTo>
                  <a:pt x="1528620" y="69859"/>
                </a:lnTo>
                <a:lnTo>
                  <a:pt x="1577931" y="81502"/>
                </a:lnTo>
                <a:lnTo>
                  <a:pt x="1627241" y="69859"/>
                </a:lnTo>
                <a:lnTo>
                  <a:pt x="1676551" y="81502"/>
                </a:lnTo>
                <a:lnTo>
                  <a:pt x="1725862" y="11643"/>
                </a:lnTo>
                <a:lnTo>
                  <a:pt x="1972413" y="0"/>
                </a:lnTo>
                <a:lnTo>
                  <a:pt x="2218965" y="93145"/>
                </a:lnTo>
                <a:lnTo>
                  <a:pt x="2465517" y="151361"/>
                </a:lnTo>
                <a:lnTo>
                  <a:pt x="2712068" y="151361"/>
                </a:lnTo>
                <a:lnTo>
                  <a:pt x="2958620" y="128075"/>
                </a:lnTo>
              </a:path>
            </a:pathLst>
          </a:custGeom>
          <a:noFill/>
          <a:ln w="11430">
            <a:solidFill>
              <a:srgbClr val="5A5A5A"/>
            </a:solidFill>
            <a:prstDash val="sysDot"/>
            <a:round/>
          </a:ln>
        </p:spPr>
        <p:txBody>
          <a:bodyPr rtlCol="0" anchor="ctr"/>
          <a:lstStyle/>
          <a:p>
            <a:pPr algn="ctr"/>
          </a:p>
        </p:txBody>
      </p:sp>
      <p:sp>
        <p:nvSpPr>
          <p:cNvPr id="81" name="!!canal_rd_C3"/>
          <p:cNvSpPr/>
          <p:nvPr/>
        </p:nvSpPr>
        <p:spPr>
          <a:xfrm>
            <a:off x="7853379" y="4370029"/>
            <a:ext cx="43180" cy="43180"/>
          </a:xfrm>
          <a:prstGeom prst="diamond">
            <a:avLst/>
          </a:prstGeom>
          <a:solidFill>
            <a:srgbClr val="5A5A5A"/>
          </a:solidFill>
          <a:ln>
            <a:noFill/>
          </a:ln>
        </p:spPr>
        <p:txBody>
          <a:bodyPr rtlCol="0" anchor="ctr"/>
          <a:lstStyle/>
          <a:p>
            <a:pPr algn="ctr"/>
          </a:p>
        </p:txBody>
      </p:sp>
      <p:sp>
        <p:nvSpPr>
          <p:cNvPr id="82" name="!!canal_rd_C4"/>
          <p:cNvSpPr/>
          <p:nvPr/>
        </p:nvSpPr>
        <p:spPr>
          <a:xfrm>
            <a:off x="8099931" y="4370029"/>
            <a:ext cx="43180" cy="43180"/>
          </a:xfrm>
          <a:prstGeom prst="diamond">
            <a:avLst/>
          </a:prstGeom>
          <a:solidFill>
            <a:srgbClr val="5A5A5A"/>
          </a:solidFill>
          <a:ln>
            <a:noFill/>
          </a:ln>
        </p:spPr>
        <p:txBody>
          <a:bodyPr rtlCol="0" anchor="ctr"/>
          <a:lstStyle/>
          <a:p>
            <a:pPr algn="ctr"/>
          </a:p>
        </p:txBody>
      </p:sp>
      <p:sp>
        <p:nvSpPr>
          <p:cNvPr id="83" name="!!canal_rd_C5"/>
          <p:cNvSpPr/>
          <p:nvPr/>
        </p:nvSpPr>
        <p:spPr>
          <a:xfrm>
            <a:off x="8346483" y="4370029"/>
            <a:ext cx="43180" cy="43180"/>
          </a:xfrm>
          <a:prstGeom prst="diamond">
            <a:avLst/>
          </a:prstGeom>
          <a:solidFill>
            <a:srgbClr val="5A5A5A"/>
          </a:solidFill>
          <a:ln>
            <a:noFill/>
          </a:ln>
        </p:spPr>
        <p:txBody>
          <a:bodyPr rtlCol="0" anchor="ctr"/>
          <a:lstStyle/>
          <a:p>
            <a:pPr algn="ctr"/>
          </a:p>
        </p:txBody>
      </p:sp>
      <p:sp>
        <p:nvSpPr>
          <p:cNvPr id="84" name="!!canal_rd_C6"/>
          <p:cNvSpPr/>
          <p:nvPr/>
        </p:nvSpPr>
        <p:spPr>
          <a:xfrm>
            <a:off x="8593034" y="4370029"/>
            <a:ext cx="43180" cy="43180"/>
          </a:xfrm>
          <a:prstGeom prst="diamond">
            <a:avLst/>
          </a:prstGeom>
          <a:solidFill>
            <a:srgbClr val="5A5A5A"/>
          </a:solidFill>
          <a:ln>
            <a:noFill/>
          </a:ln>
        </p:spPr>
        <p:txBody>
          <a:bodyPr rtlCol="0" anchor="ctr"/>
          <a:lstStyle/>
          <a:p>
            <a:pPr algn="ctr"/>
          </a:p>
        </p:txBody>
      </p:sp>
      <p:sp>
        <p:nvSpPr>
          <p:cNvPr id="85" name="!!canal_rd_C7"/>
          <p:cNvSpPr/>
          <p:nvPr/>
        </p:nvSpPr>
        <p:spPr>
          <a:xfrm>
            <a:off x="8839586" y="4288527"/>
            <a:ext cx="43180" cy="43180"/>
          </a:xfrm>
          <a:prstGeom prst="diamond">
            <a:avLst/>
          </a:prstGeom>
          <a:solidFill>
            <a:srgbClr val="5A5A5A"/>
          </a:solidFill>
          <a:ln>
            <a:noFill/>
          </a:ln>
        </p:spPr>
        <p:txBody>
          <a:bodyPr rtlCol="0" anchor="ctr"/>
          <a:lstStyle/>
          <a:p>
            <a:pPr algn="ctr"/>
          </a:p>
        </p:txBody>
      </p:sp>
      <p:sp>
        <p:nvSpPr>
          <p:cNvPr id="86" name="!!canal_rd_T1"/>
          <p:cNvSpPr/>
          <p:nvPr/>
        </p:nvSpPr>
        <p:spPr>
          <a:xfrm>
            <a:off x="8962862" y="4218668"/>
            <a:ext cx="43180" cy="43180"/>
          </a:xfrm>
          <a:prstGeom prst="diamond">
            <a:avLst/>
          </a:prstGeom>
          <a:solidFill>
            <a:srgbClr val="5A5A5A"/>
          </a:solidFill>
          <a:ln>
            <a:noFill/>
          </a:ln>
        </p:spPr>
        <p:txBody>
          <a:bodyPr rtlCol="0" anchor="ctr"/>
          <a:lstStyle/>
          <a:p>
            <a:pPr algn="ctr"/>
          </a:p>
        </p:txBody>
      </p:sp>
      <p:sp>
        <p:nvSpPr>
          <p:cNvPr id="87" name="!!canal_rd_T2"/>
          <p:cNvSpPr/>
          <p:nvPr/>
        </p:nvSpPr>
        <p:spPr>
          <a:xfrm>
            <a:off x="9086138" y="4207024"/>
            <a:ext cx="43180" cy="43180"/>
          </a:xfrm>
          <a:prstGeom prst="diamond">
            <a:avLst/>
          </a:prstGeom>
          <a:solidFill>
            <a:srgbClr val="5A5A5A"/>
          </a:solidFill>
          <a:ln>
            <a:noFill/>
          </a:ln>
        </p:spPr>
        <p:txBody>
          <a:bodyPr rtlCol="0" anchor="ctr"/>
          <a:lstStyle/>
          <a:p>
            <a:pPr algn="ctr"/>
          </a:p>
        </p:txBody>
      </p:sp>
      <p:sp>
        <p:nvSpPr>
          <p:cNvPr id="88" name="!!canal_rd_T3"/>
          <p:cNvSpPr/>
          <p:nvPr/>
        </p:nvSpPr>
        <p:spPr>
          <a:xfrm>
            <a:off x="9135448" y="4172095"/>
            <a:ext cx="43180" cy="43180"/>
          </a:xfrm>
          <a:prstGeom prst="diamond">
            <a:avLst/>
          </a:prstGeom>
          <a:solidFill>
            <a:srgbClr val="5A5A5A"/>
          </a:solidFill>
          <a:ln>
            <a:noFill/>
          </a:ln>
        </p:spPr>
        <p:txBody>
          <a:bodyPr rtlCol="0" anchor="ctr"/>
          <a:lstStyle/>
          <a:p>
            <a:pPr algn="ctr"/>
          </a:p>
        </p:txBody>
      </p:sp>
      <p:sp>
        <p:nvSpPr>
          <p:cNvPr id="89" name="!!canal_rd_T4"/>
          <p:cNvSpPr/>
          <p:nvPr/>
        </p:nvSpPr>
        <p:spPr>
          <a:xfrm>
            <a:off x="9184758" y="4195381"/>
            <a:ext cx="43180" cy="43180"/>
          </a:xfrm>
          <a:prstGeom prst="diamond">
            <a:avLst/>
          </a:prstGeom>
          <a:solidFill>
            <a:srgbClr val="5A5A5A"/>
          </a:solidFill>
          <a:ln>
            <a:noFill/>
          </a:ln>
        </p:spPr>
        <p:txBody>
          <a:bodyPr rtlCol="0" anchor="ctr"/>
          <a:lstStyle/>
          <a:p>
            <a:pPr algn="ctr"/>
          </a:p>
        </p:txBody>
      </p:sp>
      <p:sp>
        <p:nvSpPr>
          <p:cNvPr id="90" name="!!canal_rd_T5"/>
          <p:cNvSpPr/>
          <p:nvPr/>
        </p:nvSpPr>
        <p:spPr>
          <a:xfrm>
            <a:off x="9234069" y="4230311"/>
            <a:ext cx="43180" cy="43180"/>
          </a:xfrm>
          <a:prstGeom prst="diamond">
            <a:avLst/>
          </a:prstGeom>
          <a:solidFill>
            <a:srgbClr val="5A5A5A"/>
          </a:solidFill>
          <a:ln>
            <a:noFill/>
          </a:ln>
        </p:spPr>
        <p:txBody>
          <a:bodyPr rtlCol="0" anchor="ctr"/>
          <a:lstStyle/>
          <a:p>
            <a:pPr algn="ctr"/>
          </a:p>
        </p:txBody>
      </p:sp>
      <p:sp>
        <p:nvSpPr>
          <p:cNvPr id="91" name="!!canal_rd_T6"/>
          <p:cNvSpPr/>
          <p:nvPr/>
        </p:nvSpPr>
        <p:spPr>
          <a:xfrm>
            <a:off x="9283379" y="4218668"/>
            <a:ext cx="43180" cy="43180"/>
          </a:xfrm>
          <a:prstGeom prst="diamond">
            <a:avLst/>
          </a:prstGeom>
          <a:solidFill>
            <a:srgbClr val="5A5A5A"/>
          </a:solidFill>
          <a:ln>
            <a:noFill/>
          </a:ln>
        </p:spPr>
        <p:txBody>
          <a:bodyPr rtlCol="0" anchor="ctr"/>
          <a:lstStyle/>
          <a:p>
            <a:pPr algn="ctr"/>
          </a:p>
        </p:txBody>
      </p:sp>
      <p:sp>
        <p:nvSpPr>
          <p:cNvPr id="92" name="!!canal_rd_T7"/>
          <p:cNvSpPr/>
          <p:nvPr/>
        </p:nvSpPr>
        <p:spPr>
          <a:xfrm>
            <a:off x="9332689" y="4183738"/>
            <a:ext cx="43180" cy="43180"/>
          </a:xfrm>
          <a:prstGeom prst="diamond">
            <a:avLst/>
          </a:prstGeom>
          <a:solidFill>
            <a:srgbClr val="5A5A5A"/>
          </a:solidFill>
          <a:ln>
            <a:noFill/>
          </a:ln>
        </p:spPr>
        <p:txBody>
          <a:bodyPr rtlCol="0" anchor="ctr"/>
          <a:lstStyle/>
          <a:p>
            <a:pPr algn="ctr"/>
          </a:p>
        </p:txBody>
      </p:sp>
      <p:sp>
        <p:nvSpPr>
          <p:cNvPr id="93" name="!!canal_rd_T8"/>
          <p:cNvSpPr/>
          <p:nvPr/>
        </p:nvSpPr>
        <p:spPr>
          <a:xfrm>
            <a:off x="9381999" y="4183738"/>
            <a:ext cx="43180" cy="43180"/>
          </a:xfrm>
          <a:prstGeom prst="diamond">
            <a:avLst/>
          </a:prstGeom>
          <a:solidFill>
            <a:srgbClr val="5A5A5A"/>
          </a:solidFill>
          <a:ln>
            <a:noFill/>
          </a:ln>
        </p:spPr>
        <p:txBody>
          <a:bodyPr rtlCol="0" anchor="ctr"/>
          <a:lstStyle/>
          <a:p>
            <a:pPr algn="ctr"/>
          </a:p>
        </p:txBody>
      </p:sp>
      <p:sp>
        <p:nvSpPr>
          <p:cNvPr id="94" name="!!canal_rd_T9"/>
          <p:cNvSpPr/>
          <p:nvPr/>
        </p:nvSpPr>
        <p:spPr>
          <a:xfrm>
            <a:off x="9431310" y="4195381"/>
            <a:ext cx="43180" cy="43180"/>
          </a:xfrm>
          <a:prstGeom prst="diamond">
            <a:avLst/>
          </a:prstGeom>
          <a:solidFill>
            <a:srgbClr val="5A5A5A"/>
          </a:solidFill>
          <a:ln>
            <a:noFill/>
          </a:ln>
        </p:spPr>
        <p:txBody>
          <a:bodyPr rtlCol="0" anchor="ctr"/>
          <a:lstStyle/>
          <a:p>
            <a:pPr algn="ctr"/>
          </a:p>
        </p:txBody>
      </p:sp>
      <p:sp>
        <p:nvSpPr>
          <p:cNvPr id="95" name="!!canal_rd_T10"/>
          <p:cNvSpPr/>
          <p:nvPr/>
        </p:nvSpPr>
        <p:spPr>
          <a:xfrm>
            <a:off x="9480620" y="4183738"/>
            <a:ext cx="43180" cy="43180"/>
          </a:xfrm>
          <a:prstGeom prst="diamond">
            <a:avLst/>
          </a:prstGeom>
          <a:solidFill>
            <a:srgbClr val="5A5A5A"/>
          </a:solidFill>
          <a:ln>
            <a:noFill/>
          </a:ln>
        </p:spPr>
        <p:txBody>
          <a:bodyPr rtlCol="0" anchor="ctr"/>
          <a:lstStyle/>
          <a:p>
            <a:pPr algn="ctr"/>
          </a:p>
        </p:txBody>
      </p:sp>
      <p:sp>
        <p:nvSpPr>
          <p:cNvPr id="96" name="!!canal_rd_T11"/>
          <p:cNvSpPr/>
          <p:nvPr/>
        </p:nvSpPr>
        <p:spPr>
          <a:xfrm>
            <a:off x="9529930" y="4195381"/>
            <a:ext cx="43180" cy="43180"/>
          </a:xfrm>
          <a:prstGeom prst="diamond">
            <a:avLst/>
          </a:prstGeom>
          <a:solidFill>
            <a:srgbClr val="5A5A5A"/>
          </a:solidFill>
          <a:ln>
            <a:noFill/>
          </a:ln>
        </p:spPr>
        <p:txBody>
          <a:bodyPr rtlCol="0" anchor="ctr"/>
          <a:lstStyle/>
          <a:p>
            <a:pPr algn="ctr"/>
          </a:p>
        </p:txBody>
      </p:sp>
      <p:sp>
        <p:nvSpPr>
          <p:cNvPr id="97" name="!!canal_rd_T12"/>
          <p:cNvSpPr/>
          <p:nvPr/>
        </p:nvSpPr>
        <p:spPr>
          <a:xfrm>
            <a:off x="9579241" y="4125522"/>
            <a:ext cx="43180" cy="43180"/>
          </a:xfrm>
          <a:prstGeom prst="diamond">
            <a:avLst/>
          </a:prstGeom>
          <a:solidFill>
            <a:srgbClr val="5A5A5A"/>
          </a:solidFill>
          <a:ln>
            <a:noFill/>
          </a:ln>
        </p:spPr>
        <p:txBody>
          <a:bodyPr rtlCol="0" anchor="ctr"/>
          <a:lstStyle/>
          <a:p>
            <a:pPr algn="ctr"/>
          </a:p>
        </p:txBody>
      </p:sp>
      <p:sp>
        <p:nvSpPr>
          <p:cNvPr id="98" name="!!canal_rd_L1"/>
          <p:cNvSpPr/>
          <p:nvPr/>
        </p:nvSpPr>
        <p:spPr>
          <a:xfrm>
            <a:off x="9825792" y="4113879"/>
            <a:ext cx="43180" cy="43180"/>
          </a:xfrm>
          <a:prstGeom prst="diamond">
            <a:avLst/>
          </a:prstGeom>
          <a:solidFill>
            <a:srgbClr val="5A5A5A"/>
          </a:solidFill>
          <a:ln>
            <a:noFill/>
          </a:ln>
        </p:spPr>
        <p:txBody>
          <a:bodyPr rtlCol="0" anchor="ctr"/>
          <a:lstStyle/>
          <a:p>
            <a:pPr algn="ctr"/>
          </a:p>
        </p:txBody>
      </p:sp>
      <p:sp>
        <p:nvSpPr>
          <p:cNvPr id="99" name="!!canal_rd_L2"/>
          <p:cNvSpPr/>
          <p:nvPr/>
        </p:nvSpPr>
        <p:spPr>
          <a:xfrm>
            <a:off x="10072344" y="4207024"/>
            <a:ext cx="43180" cy="43180"/>
          </a:xfrm>
          <a:prstGeom prst="diamond">
            <a:avLst/>
          </a:prstGeom>
          <a:solidFill>
            <a:srgbClr val="5A5A5A"/>
          </a:solidFill>
          <a:ln>
            <a:noFill/>
          </a:ln>
        </p:spPr>
        <p:txBody>
          <a:bodyPr rtlCol="0" anchor="ctr"/>
          <a:lstStyle/>
          <a:p>
            <a:pPr algn="ctr"/>
          </a:p>
        </p:txBody>
      </p:sp>
      <p:sp>
        <p:nvSpPr>
          <p:cNvPr id="100" name="!!canal_rd_L3"/>
          <p:cNvSpPr/>
          <p:nvPr/>
        </p:nvSpPr>
        <p:spPr>
          <a:xfrm>
            <a:off x="10318896" y="4265240"/>
            <a:ext cx="43180" cy="43180"/>
          </a:xfrm>
          <a:prstGeom prst="diamond">
            <a:avLst/>
          </a:prstGeom>
          <a:solidFill>
            <a:srgbClr val="5A5A5A"/>
          </a:solidFill>
          <a:ln>
            <a:noFill/>
          </a:ln>
        </p:spPr>
        <p:txBody>
          <a:bodyPr rtlCol="0" anchor="ctr"/>
          <a:lstStyle/>
          <a:p>
            <a:pPr algn="ctr"/>
          </a:p>
        </p:txBody>
      </p:sp>
      <p:sp>
        <p:nvSpPr>
          <p:cNvPr id="101" name="!!canal_rd_L4"/>
          <p:cNvSpPr/>
          <p:nvPr/>
        </p:nvSpPr>
        <p:spPr>
          <a:xfrm>
            <a:off x="10565447" y="4265240"/>
            <a:ext cx="43180" cy="43180"/>
          </a:xfrm>
          <a:prstGeom prst="diamond">
            <a:avLst/>
          </a:prstGeom>
          <a:solidFill>
            <a:srgbClr val="5A5A5A"/>
          </a:solidFill>
          <a:ln>
            <a:noFill/>
          </a:ln>
        </p:spPr>
        <p:txBody>
          <a:bodyPr rtlCol="0" anchor="ctr"/>
          <a:lstStyle/>
          <a:p>
            <a:pPr algn="ctr"/>
          </a:p>
        </p:txBody>
      </p:sp>
      <p:sp>
        <p:nvSpPr>
          <p:cNvPr id="102" name="!!canal_rd_L5"/>
          <p:cNvSpPr/>
          <p:nvPr/>
        </p:nvSpPr>
        <p:spPr>
          <a:xfrm>
            <a:off x="10811999" y="4241954"/>
            <a:ext cx="43180" cy="43180"/>
          </a:xfrm>
          <a:prstGeom prst="diamond">
            <a:avLst/>
          </a:prstGeom>
          <a:solidFill>
            <a:srgbClr val="5A5A5A"/>
          </a:solidFill>
          <a:ln>
            <a:noFill/>
          </a:ln>
        </p:spPr>
        <p:txBody>
          <a:bodyPr rtlCol="0" anchor="ctr"/>
          <a:lstStyle/>
          <a:p>
            <a:pPr algn="ctr"/>
          </a:p>
        </p:txBody>
      </p:sp>
      <p:sp>
        <p:nvSpPr>
          <p:cNvPr id="103" name="!!canal_w_m"/>
          <p:cNvSpPr/>
          <p:nvPr/>
        </p:nvSpPr>
        <p:spPr>
          <a:xfrm>
            <a:off x="7628418" y="2563314"/>
            <a:ext cx="3205171" cy="1191048"/>
          </a:xfrm>
          <a:custGeom>
            <a:avLst/>
            <a:gdLst/>
            <a:ahLst/>
            <a:cxnLst/>
            <a:rect l="l" t="t" r="r" b="b"/>
            <a:pathLst>
              <a:path w="3205171" h="1191048">
                <a:moveTo>
                  <a:pt x="0" y="213782"/>
                </a:moveTo>
                <a:lnTo>
                  <a:pt x="246551" y="362123"/>
                </a:lnTo>
                <a:lnTo>
                  <a:pt x="493103" y="298783"/>
                </a:lnTo>
                <a:lnTo>
                  <a:pt x="739655" y="243900"/>
                </a:lnTo>
                <a:lnTo>
                  <a:pt x="986206" y="205719"/>
                </a:lnTo>
                <a:lnTo>
                  <a:pt x="1232758" y="264280"/>
                </a:lnTo>
                <a:lnTo>
                  <a:pt x="1356034" y="513704"/>
                </a:lnTo>
                <a:lnTo>
                  <a:pt x="1479310" y="860034"/>
                </a:lnTo>
                <a:lnTo>
                  <a:pt x="1528620" y="1062560"/>
                </a:lnTo>
                <a:lnTo>
                  <a:pt x="1577930" y="1137644"/>
                </a:lnTo>
                <a:lnTo>
                  <a:pt x="1627241" y="1177203"/>
                </a:lnTo>
                <a:lnTo>
                  <a:pt x="1676551" y="1191048"/>
                </a:lnTo>
                <a:lnTo>
                  <a:pt x="1725861" y="1166637"/>
                </a:lnTo>
                <a:lnTo>
                  <a:pt x="1775171" y="1102397"/>
                </a:lnTo>
                <a:lnTo>
                  <a:pt x="1824482" y="1013418"/>
                </a:lnTo>
                <a:lnTo>
                  <a:pt x="1873792" y="978605"/>
                </a:lnTo>
                <a:lnTo>
                  <a:pt x="1923102" y="810134"/>
                </a:lnTo>
                <a:lnTo>
                  <a:pt x="1972413" y="292169"/>
                </a:lnTo>
                <a:lnTo>
                  <a:pt x="2218964" y="82704"/>
                </a:lnTo>
                <a:lnTo>
                  <a:pt x="2465516" y="188126"/>
                </a:lnTo>
                <a:lnTo>
                  <a:pt x="2712068" y="155178"/>
                </a:lnTo>
                <a:lnTo>
                  <a:pt x="2958619" y="125666"/>
                </a:lnTo>
                <a:lnTo>
                  <a:pt x="3205171" y="0"/>
                </a:lnTo>
              </a:path>
            </a:pathLst>
          </a:custGeom>
          <a:noFill/>
          <a:ln w="22860">
            <a:solidFill>
              <a:srgbClr val="1B7F4B"/>
            </a:solidFill>
            <a:round/>
          </a:ln>
        </p:spPr>
        <p:txBody>
          <a:bodyPr rtlCol="0" anchor="ctr"/>
          <a:lstStyle/>
          <a:p>
            <a:pPr algn="ctr"/>
          </a:p>
        </p:txBody>
      </p:sp>
      <p:sp>
        <p:nvSpPr>
          <p:cNvPr id="104" name="!!canal_w_f"/>
          <p:cNvSpPr/>
          <p:nvPr/>
        </p:nvSpPr>
        <p:spPr>
          <a:xfrm>
            <a:off x="7628418" y="2563314"/>
            <a:ext cx="3205171" cy="1191048"/>
          </a:xfrm>
          <a:custGeom>
            <a:avLst/>
            <a:gdLst/>
            <a:ahLst/>
            <a:cxnLst/>
            <a:rect l="l" t="t" r="r" b="b"/>
            <a:pathLst>
              <a:path w="3205171" h="1191048">
                <a:moveTo>
                  <a:pt x="0" y="213782"/>
                </a:moveTo>
                <a:lnTo>
                  <a:pt x="246551" y="362123"/>
                </a:lnTo>
                <a:lnTo>
                  <a:pt x="493103" y="298783"/>
                </a:lnTo>
                <a:lnTo>
                  <a:pt x="739655" y="243900"/>
                </a:lnTo>
                <a:lnTo>
                  <a:pt x="986206" y="205719"/>
                </a:lnTo>
                <a:lnTo>
                  <a:pt x="1232758" y="264280"/>
                </a:lnTo>
                <a:lnTo>
                  <a:pt x="1356034" y="513704"/>
                </a:lnTo>
                <a:lnTo>
                  <a:pt x="1479310" y="860034"/>
                </a:lnTo>
                <a:lnTo>
                  <a:pt x="1528620" y="1062560"/>
                </a:lnTo>
                <a:lnTo>
                  <a:pt x="1577930" y="1137644"/>
                </a:lnTo>
                <a:lnTo>
                  <a:pt x="1627241" y="1177203"/>
                </a:lnTo>
                <a:lnTo>
                  <a:pt x="1676551" y="1191048"/>
                </a:lnTo>
                <a:lnTo>
                  <a:pt x="1725861" y="1166637"/>
                </a:lnTo>
                <a:lnTo>
                  <a:pt x="1775171" y="1102397"/>
                </a:lnTo>
                <a:lnTo>
                  <a:pt x="1824482" y="1013418"/>
                </a:lnTo>
                <a:lnTo>
                  <a:pt x="1873792" y="978605"/>
                </a:lnTo>
                <a:lnTo>
                  <a:pt x="1923102" y="810134"/>
                </a:lnTo>
                <a:lnTo>
                  <a:pt x="1972413" y="292169"/>
                </a:lnTo>
                <a:lnTo>
                  <a:pt x="2218964" y="82704"/>
                </a:lnTo>
                <a:lnTo>
                  <a:pt x="2465516" y="188126"/>
                </a:lnTo>
                <a:lnTo>
                  <a:pt x="2712068" y="155178"/>
                </a:lnTo>
                <a:lnTo>
                  <a:pt x="2958619" y="125666"/>
                </a:lnTo>
                <a:lnTo>
                  <a:pt x="3205171" y="0"/>
                </a:lnTo>
              </a:path>
            </a:pathLst>
          </a:custGeom>
          <a:noFill/>
          <a:ln w="22860">
            <a:solidFill>
              <a:srgbClr val="1B7F4B"/>
            </a:solidFill>
            <a:round/>
          </a:ln>
        </p:spPr>
        <p:txBody>
          <a:bodyPr rtlCol="0" anchor="ctr"/>
          <a:lstStyle/>
          <a:p>
            <a:pPr algn="ctr"/>
          </a:p>
        </p:txBody>
      </p:sp>
      <p:sp>
        <p:nvSpPr>
          <p:cNvPr id="105" name="!!canal_d_m"/>
          <p:cNvSpPr/>
          <p:nvPr/>
        </p:nvSpPr>
        <p:spPr>
          <a:xfrm>
            <a:off x="7628418" y="3038389"/>
            <a:ext cx="3205171" cy="964659"/>
          </a:xfrm>
          <a:custGeom>
            <a:avLst/>
            <a:gdLst/>
            <a:ahLst/>
            <a:cxnLst/>
            <a:rect l="l" t="t" r="r" b="b"/>
            <a:pathLst>
              <a:path w="3205171" h="964659">
                <a:moveTo>
                  <a:pt x="0" y="567623"/>
                </a:moveTo>
                <a:lnTo>
                  <a:pt x="246551" y="853967"/>
                </a:lnTo>
                <a:lnTo>
                  <a:pt x="493103" y="935756"/>
                </a:lnTo>
                <a:lnTo>
                  <a:pt x="739655" y="950125"/>
                </a:lnTo>
                <a:lnTo>
                  <a:pt x="986206" y="964659"/>
                </a:lnTo>
                <a:lnTo>
                  <a:pt x="1232758" y="758589"/>
                </a:lnTo>
                <a:lnTo>
                  <a:pt x="1356034" y="456469"/>
                </a:lnTo>
                <a:lnTo>
                  <a:pt x="1479310" y="573751"/>
                </a:lnTo>
                <a:lnTo>
                  <a:pt x="1528620" y="568011"/>
                </a:lnTo>
                <a:lnTo>
                  <a:pt x="1577930" y="631985"/>
                </a:lnTo>
                <a:lnTo>
                  <a:pt x="1627241" y="643713"/>
                </a:lnTo>
                <a:lnTo>
                  <a:pt x="1676551" y="687073"/>
                </a:lnTo>
                <a:lnTo>
                  <a:pt x="1725861" y="708907"/>
                </a:lnTo>
                <a:lnTo>
                  <a:pt x="1775171" y="720691"/>
                </a:lnTo>
                <a:lnTo>
                  <a:pt x="1824482" y="598833"/>
                </a:lnTo>
                <a:lnTo>
                  <a:pt x="1873792" y="557527"/>
                </a:lnTo>
                <a:lnTo>
                  <a:pt x="1923102" y="418473"/>
                </a:lnTo>
                <a:lnTo>
                  <a:pt x="1972413" y="78811"/>
                </a:lnTo>
                <a:lnTo>
                  <a:pt x="2218964" y="138164"/>
                </a:lnTo>
                <a:lnTo>
                  <a:pt x="2465516" y="20364"/>
                </a:lnTo>
                <a:lnTo>
                  <a:pt x="2712068" y="0"/>
                </a:lnTo>
                <a:lnTo>
                  <a:pt x="2958619" y="49192"/>
                </a:lnTo>
                <a:lnTo>
                  <a:pt x="3205171" y="206375"/>
                </a:lnTo>
              </a:path>
            </a:pathLst>
          </a:custGeom>
          <a:noFill/>
          <a:ln w="22860">
            <a:solidFill>
              <a:srgbClr val="1B7F4B"/>
            </a:solidFill>
            <a:prstDash val="dash"/>
            <a:round/>
          </a:ln>
        </p:spPr>
        <p:txBody>
          <a:bodyPr rtlCol="0" anchor="ctr"/>
          <a:lstStyle/>
          <a:p>
            <a:pPr algn="ctr"/>
          </a:p>
        </p:txBody>
      </p:sp>
      <p:sp>
        <p:nvSpPr>
          <p:cNvPr id="106" name="!!canal_d_f"/>
          <p:cNvSpPr/>
          <p:nvPr/>
        </p:nvSpPr>
        <p:spPr>
          <a:xfrm>
            <a:off x="7628418" y="3038389"/>
            <a:ext cx="3205171" cy="964659"/>
          </a:xfrm>
          <a:custGeom>
            <a:avLst/>
            <a:gdLst/>
            <a:ahLst/>
            <a:cxnLst/>
            <a:rect l="l" t="t" r="r" b="b"/>
            <a:pathLst>
              <a:path w="3205171" h="964659">
                <a:moveTo>
                  <a:pt x="0" y="567623"/>
                </a:moveTo>
                <a:lnTo>
                  <a:pt x="246551" y="853967"/>
                </a:lnTo>
                <a:lnTo>
                  <a:pt x="493103" y="935756"/>
                </a:lnTo>
                <a:lnTo>
                  <a:pt x="739655" y="950125"/>
                </a:lnTo>
                <a:lnTo>
                  <a:pt x="986206" y="964659"/>
                </a:lnTo>
                <a:lnTo>
                  <a:pt x="1232758" y="758589"/>
                </a:lnTo>
                <a:lnTo>
                  <a:pt x="1356034" y="456469"/>
                </a:lnTo>
                <a:lnTo>
                  <a:pt x="1479310" y="573751"/>
                </a:lnTo>
                <a:lnTo>
                  <a:pt x="1528620" y="568011"/>
                </a:lnTo>
                <a:lnTo>
                  <a:pt x="1577930" y="631985"/>
                </a:lnTo>
                <a:lnTo>
                  <a:pt x="1627241" y="643713"/>
                </a:lnTo>
                <a:lnTo>
                  <a:pt x="1676551" y="687073"/>
                </a:lnTo>
                <a:lnTo>
                  <a:pt x="1725861" y="708907"/>
                </a:lnTo>
                <a:lnTo>
                  <a:pt x="1775171" y="720691"/>
                </a:lnTo>
                <a:lnTo>
                  <a:pt x="1824482" y="598833"/>
                </a:lnTo>
                <a:lnTo>
                  <a:pt x="1873792" y="557527"/>
                </a:lnTo>
                <a:lnTo>
                  <a:pt x="1923102" y="418473"/>
                </a:lnTo>
                <a:lnTo>
                  <a:pt x="1972413" y="78811"/>
                </a:lnTo>
                <a:lnTo>
                  <a:pt x="2218964" y="138164"/>
                </a:lnTo>
                <a:lnTo>
                  <a:pt x="2465516" y="20364"/>
                </a:lnTo>
                <a:lnTo>
                  <a:pt x="2712068" y="0"/>
                </a:lnTo>
                <a:lnTo>
                  <a:pt x="2958619" y="49192"/>
                </a:lnTo>
                <a:lnTo>
                  <a:pt x="3205171" y="206375"/>
                </a:lnTo>
              </a:path>
            </a:pathLst>
          </a:custGeom>
          <a:noFill/>
          <a:ln w="22860">
            <a:solidFill>
              <a:srgbClr val="1B7F4B"/>
            </a:solidFill>
            <a:prstDash val="dash"/>
            <a:round/>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Matched to an African series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Gray: Alonge, 120 Nigerian adults' CTs, L1 to L5; their width is taken at the widest pedicle cut. Orange: our adults reweighted to their sex and age.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Alonge OJ, Adeolu AA, Omololu AB, Atalabi OM. Afr J Med Med Sci 2021;50:69-76.   Benzel EC. Biomechanics of Spine Stabilization, 3rd ed. Thieme; 2015, ch. 1, Figs 1.1 and 1.9, digitised.   Gold tiers 3 and 4: public CT, C2 to the sacrum in view.</a:t>
            </a:r>
          </a:p>
        </p:txBody>
      </p:sp>
      <p:pic>
        <p:nvPicPr>
          <p:cNvPr id="6" name="!!body_base" descr="Benzel's vertebral body width and depth by level in black, with the gold tier means reweighted to Alonge's Nigerian adults in orange, beside Alonge's lumbar canal in gray."/>
          <p:cNvPicPr>
            <a:picLocks noChangeAspect="1"/>
          </p:cNvPicPr>
          <p:nvPr/>
        </p:nvPicPr>
        <p:blipFill>
          <a:blip r:embed="rId2"/>
          <a:stretch>
            <a:fillRect/>
          </a:stretch>
        </p:blipFill>
        <p:spPr>
          <a:xfrm>
            <a:off x="2377533" y="1420000"/>
            <a:ext cx="4203658" cy="3830000"/>
          </a:xfrm>
          <a:prstGeom prst="rect">
            <a:avLst/>
          </a:prstGeom>
        </p:spPr>
      </p:pic>
      <p:pic>
        <p:nvPicPr>
          <p:cNvPr id="7" name="!!canal_base" descr="Benzel's spinal canal width and depth by level in black, with the gold tier's CT canal means reweighted to Alonge's Nigerian adults in orange, beside Alonge's lumbar canal in gray."/>
          <p:cNvPicPr>
            <a:picLocks noChangeAspect="1"/>
          </p:cNvPicPr>
          <p:nvPr/>
        </p:nvPicPr>
        <p:blipFill>
          <a:blip r:embed="rId3"/>
          <a:stretch>
            <a:fillRect/>
          </a:stretch>
        </p:blipFill>
        <p:spPr>
          <a:xfrm>
            <a:off x="7031191" y="1420000"/>
            <a:ext cx="4241275" cy="3829999"/>
          </a:xfrm>
          <a:prstGeom prst="rect">
            <a:avLst/>
          </a:prstGeom>
        </p:spPr>
      </p:pic>
      <p:sp>
        <p:nvSpPr>
          <p:cNvPr id="3" name="!!body_w_m"/>
          <p:cNvSpPr/>
          <p:nvPr/>
        </p:nvSpPr>
        <p:spPr>
          <a:xfrm>
            <a:off x="2975865" y="2085475"/>
            <a:ext cx="3083907" cy="1933198"/>
          </a:xfrm>
          <a:custGeom>
            <a:avLst/>
            <a:gdLst/>
            <a:ahLst/>
            <a:cxnLst/>
            <a:rect l="l" t="t" r="r" b="b"/>
            <a:pathLst>
              <a:path w="3083907" h="1933198">
                <a:moveTo>
                  <a:pt x="0" y="1933198"/>
                </a:moveTo>
                <a:lnTo>
                  <a:pt x="154196" y="1907197"/>
                </a:lnTo>
                <a:lnTo>
                  <a:pt x="308391" y="1838193"/>
                </a:lnTo>
                <a:lnTo>
                  <a:pt x="462586" y="1671168"/>
                </a:lnTo>
                <a:lnTo>
                  <a:pt x="616782" y="1653832"/>
                </a:lnTo>
                <a:lnTo>
                  <a:pt x="770977" y="1366040"/>
                </a:lnTo>
                <a:lnTo>
                  <a:pt x="925172" y="1217462"/>
                </a:lnTo>
                <a:lnTo>
                  <a:pt x="986850" y="1394332"/>
                </a:lnTo>
                <a:lnTo>
                  <a:pt x="1048529" y="1433714"/>
                </a:lnTo>
                <a:lnTo>
                  <a:pt x="1110207" y="1390415"/>
                </a:lnTo>
                <a:lnTo>
                  <a:pt x="1171885" y="1288578"/>
                </a:lnTo>
                <a:lnTo>
                  <a:pt x="1233563" y="1183529"/>
                </a:lnTo>
                <a:lnTo>
                  <a:pt x="1295241" y="1055346"/>
                </a:lnTo>
                <a:lnTo>
                  <a:pt x="1356919" y="953027"/>
                </a:lnTo>
                <a:lnTo>
                  <a:pt x="1418597" y="801121"/>
                </a:lnTo>
                <a:lnTo>
                  <a:pt x="1480275" y="666905"/>
                </a:lnTo>
                <a:lnTo>
                  <a:pt x="1541954" y="579865"/>
                </a:lnTo>
                <a:lnTo>
                  <a:pt x="1850344" y="410054"/>
                </a:lnTo>
                <a:lnTo>
                  <a:pt x="2158735" y="264604"/>
                </a:lnTo>
                <a:lnTo>
                  <a:pt x="2467125" y="100371"/>
                </a:lnTo>
                <a:lnTo>
                  <a:pt x="2775516" y="0"/>
                </a:lnTo>
                <a:lnTo>
                  <a:pt x="3083907" y="230707"/>
                </a:lnTo>
              </a:path>
            </a:pathLst>
          </a:custGeom>
          <a:noFill/>
          <a:ln w="22860">
            <a:solidFill>
              <a:srgbClr val="C26A00"/>
            </a:solidFill>
            <a:round/>
          </a:ln>
        </p:spPr>
        <p:txBody>
          <a:bodyPr rtlCol="0" anchor="ctr"/>
          <a:lstStyle/>
          <a:p>
            <a:pPr algn="ctr"/>
          </a:p>
        </p:txBody>
      </p:sp>
      <p:sp>
        <p:nvSpPr>
          <p:cNvPr id="8" name="!!body_w_f"/>
          <p:cNvSpPr/>
          <p:nvPr/>
        </p:nvSpPr>
        <p:spPr>
          <a:xfrm>
            <a:off x="2975865" y="2085475"/>
            <a:ext cx="3083907" cy="1933198"/>
          </a:xfrm>
          <a:custGeom>
            <a:avLst/>
            <a:gdLst/>
            <a:ahLst/>
            <a:cxnLst/>
            <a:rect l="l" t="t" r="r" b="b"/>
            <a:pathLst>
              <a:path w="3083907" h="1933198">
                <a:moveTo>
                  <a:pt x="0" y="1933198"/>
                </a:moveTo>
                <a:lnTo>
                  <a:pt x="154196" y="1907197"/>
                </a:lnTo>
                <a:lnTo>
                  <a:pt x="308391" y="1838193"/>
                </a:lnTo>
                <a:lnTo>
                  <a:pt x="462586" y="1671168"/>
                </a:lnTo>
                <a:lnTo>
                  <a:pt x="616782" y="1653832"/>
                </a:lnTo>
                <a:lnTo>
                  <a:pt x="770977" y="1366040"/>
                </a:lnTo>
                <a:lnTo>
                  <a:pt x="925172" y="1217462"/>
                </a:lnTo>
                <a:lnTo>
                  <a:pt x="986850" y="1394332"/>
                </a:lnTo>
                <a:lnTo>
                  <a:pt x="1048529" y="1433714"/>
                </a:lnTo>
                <a:lnTo>
                  <a:pt x="1110207" y="1390415"/>
                </a:lnTo>
                <a:lnTo>
                  <a:pt x="1171885" y="1288578"/>
                </a:lnTo>
                <a:lnTo>
                  <a:pt x="1233563" y="1183529"/>
                </a:lnTo>
                <a:lnTo>
                  <a:pt x="1295241" y="1055346"/>
                </a:lnTo>
                <a:lnTo>
                  <a:pt x="1356919" y="953027"/>
                </a:lnTo>
                <a:lnTo>
                  <a:pt x="1418597" y="801121"/>
                </a:lnTo>
                <a:lnTo>
                  <a:pt x="1480275" y="666905"/>
                </a:lnTo>
                <a:lnTo>
                  <a:pt x="1541954" y="579865"/>
                </a:lnTo>
                <a:lnTo>
                  <a:pt x="1850344" y="410054"/>
                </a:lnTo>
                <a:lnTo>
                  <a:pt x="2158735" y="264604"/>
                </a:lnTo>
                <a:lnTo>
                  <a:pt x="2467125" y="100371"/>
                </a:lnTo>
                <a:lnTo>
                  <a:pt x="2775516" y="0"/>
                </a:lnTo>
                <a:lnTo>
                  <a:pt x="3083907" y="230707"/>
                </a:lnTo>
              </a:path>
            </a:pathLst>
          </a:custGeom>
          <a:noFill/>
          <a:ln w="22860">
            <a:solidFill>
              <a:srgbClr val="C26A00"/>
            </a:solidFill>
            <a:round/>
          </a:ln>
        </p:spPr>
        <p:txBody>
          <a:bodyPr rtlCol="0" anchor="ctr"/>
          <a:lstStyle/>
          <a:p>
            <a:pPr algn="ctr"/>
          </a:p>
        </p:txBody>
      </p:sp>
      <p:sp>
        <p:nvSpPr>
          <p:cNvPr id="9" name="!!body_d_m"/>
          <p:cNvSpPr/>
          <p:nvPr/>
        </p:nvSpPr>
        <p:spPr>
          <a:xfrm>
            <a:off x="2975865" y="3046624"/>
            <a:ext cx="3083907" cy="1198526"/>
          </a:xfrm>
          <a:custGeom>
            <a:avLst/>
            <a:gdLst/>
            <a:ahLst/>
            <a:cxnLst/>
            <a:rect l="l" t="t" r="r" b="b"/>
            <a:pathLst>
              <a:path w="3083907" h="1198526">
                <a:moveTo>
                  <a:pt x="0" y="1198526"/>
                </a:moveTo>
                <a:lnTo>
                  <a:pt x="154196" y="1146849"/>
                </a:lnTo>
                <a:lnTo>
                  <a:pt x="308391" y="1095874"/>
                </a:lnTo>
                <a:lnTo>
                  <a:pt x="462586" y="1012121"/>
                </a:lnTo>
                <a:lnTo>
                  <a:pt x="616782" y="921000"/>
                </a:lnTo>
                <a:lnTo>
                  <a:pt x="770977" y="958661"/>
                </a:lnTo>
                <a:lnTo>
                  <a:pt x="925172" y="865232"/>
                </a:lnTo>
                <a:lnTo>
                  <a:pt x="986850" y="760641"/>
                </a:lnTo>
                <a:lnTo>
                  <a:pt x="1048529" y="646748"/>
                </a:lnTo>
                <a:lnTo>
                  <a:pt x="1110207" y="551622"/>
                </a:lnTo>
                <a:lnTo>
                  <a:pt x="1171885" y="461405"/>
                </a:lnTo>
                <a:lnTo>
                  <a:pt x="1233563" y="363886"/>
                </a:lnTo>
                <a:lnTo>
                  <a:pt x="1295241" y="276417"/>
                </a:lnTo>
                <a:lnTo>
                  <a:pt x="1356919" y="204264"/>
                </a:lnTo>
                <a:lnTo>
                  <a:pt x="1418597" y="161915"/>
                </a:lnTo>
                <a:lnTo>
                  <a:pt x="1480275" y="161492"/>
                </a:lnTo>
                <a:lnTo>
                  <a:pt x="1541954" y="163231"/>
                </a:lnTo>
                <a:lnTo>
                  <a:pt x="1850344" y="121280"/>
                </a:lnTo>
                <a:lnTo>
                  <a:pt x="2158735" y="46001"/>
                </a:lnTo>
                <a:lnTo>
                  <a:pt x="2467125" y="0"/>
                </a:lnTo>
                <a:lnTo>
                  <a:pt x="2775516" y="25562"/>
                </a:lnTo>
                <a:lnTo>
                  <a:pt x="3083907" y="138670"/>
                </a:lnTo>
              </a:path>
            </a:pathLst>
          </a:custGeom>
          <a:noFill/>
          <a:ln w="22860">
            <a:solidFill>
              <a:srgbClr val="C26A00"/>
            </a:solidFill>
            <a:prstDash val="dash"/>
            <a:round/>
          </a:ln>
        </p:spPr>
        <p:txBody>
          <a:bodyPr rtlCol="0" anchor="ctr"/>
          <a:lstStyle/>
          <a:p>
            <a:pPr algn="ctr"/>
          </a:p>
        </p:txBody>
      </p:sp>
      <p:sp>
        <p:nvSpPr>
          <p:cNvPr id="10" name="!!body_d_f"/>
          <p:cNvSpPr/>
          <p:nvPr/>
        </p:nvSpPr>
        <p:spPr>
          <a:xfrm>
            <a:off x="2975865" y="3046624"/>
            <a:ext cx="3083907" cy="1198526"/>
          </a:xfrm>
          <a:custGeom>
            <a:avLst/>
            <a:gdLst/>
            <a:ahLst/>
            <a:cxnLst/>
            <a:rect l="l" t="t" r="r" b="b"/>
            <a:pathLst>
              <a:path w="3083907" h="1198526">
                <a:moveTo>
                  <a:pt x="0" y="1198526"/>
                </a:moveTo>
                <a:lnTo>
                  <a:pt x="154196" y="1146849"/>
                </a:lnTo>
                <a:lnTo>
                  <a:pt x="308391" y="1095874"/>
                </a:lnTo>
                <a:lnTo>
                  <a:pt x="462586" y="1012121"/>
                </a:lnTo>
                <a:lnTo>
                  <a:pt x="616782" y="921000"/>
                </a:lnTo>
                <a:lnTo>
                  <a:pt x="770977" y="958661"/>
                </a:lnTo>
                <a:lnTo>
                  <a:pt x="925172" y="865232"/>
                </a:lnTo>
                <a:lnTo>
                  <a:pt x="986850" y="760641"/>
                </a:lnTo>
                <a:lnTo>
                  <a:pt x="1048529" y="646748"/>
                </a:lnTo>
                <a:lnTo>
                  <a:pt x="1110207" y="551622"/>
                </a:lnTo>
                <a:lnTo>
                  <a:pt x="1171885" y="461405"/>
                </a:lnTo>
                <a:lnTo>
                  <a:pt x="1233563" y="363886"/>
                </a:lnTo>
                <a:lnTo>
                  <a:pt x="1295241" y="276417"/>
                </a:lnTo>
                <a:lnTo>
                  <a:pt x="1356919" y="204264"/>
                </a:lnTo>
                <a:lnTo>
                  <a:pt x="1418597" y="161915"/>
                </a:lnTo>
                <a:lnTo>
                  <a:pt x="1480275" y="161492"/>
                </a:lnTo>
                <a:lnTo>
                  <a:pt x="1541954" y="163231"/>
                </a:lnTo>
                <a:lnTo>
                  <a:pt x="1850344" y="121280"/>
                </a:lnTo>
                <a:lnTo>
                  <a:pt x="2158735" y="46001"/>
                </a:lnTo>
                <a:lnTo>
                  <a:pt x="2467125" y="0"/>
                </a:lnTo>
                <a:lnTo>
                  <a:pt x="2775516" y="25562"/>
                </a:lnTo>
                <a:lnTo>
                  <a:pt x="3083907" y="138670"/>
                </a:lnTo>
              </a:path>
            </a:pathLst>
          </a:custGeom>
          <a:noFill/>
          <a:ln w="22860">
            <a:solidFill>
              <a:srgbClr val="C26A00"/>
            </a:solidFill>
            <a:prstDash val="dash"/>
            <a:round/>
          </a:ln>
        </p:spPr>
        <p:txBody>
          <a:bodyPr rtlCol="0" anchor="ctr"/>
          <a:lstStyle/>
          <a:p>
            <a:pPr algn="ctr"/>
          </a:p>
        </p:txBody>
      </p:sp>
      <p:sp>
        <p:nvSpPr>
          <p:cNvPr id="11" name="!!canal_rw"/>
          <p:cNvSpPr/>
          <p:nvPr/>
        </p:nvSpPr>
        <p:spPr>
          <a:xfrm>
            <a:off x="9847382" y="1823596"/>
            <a:ext cx="986207" cy="1152094"/>
          </a:xfrm>
          <a:custGeom>
            <a:avLst/>
            <a:gdLst/>
            <a:ahLst/>
            <a:cxnLst/>
            <a:rect l="l" t="t" r="r" b="b"/>
            <a:pathLst>
              <a:path w="986207" h="1152094">
                <a:moveTo>
                  <a:pt x="0" y="1152094"/>
                </a:moveTo>
                <a:lnTo>
                  <a:pt x="246552" y="1097837"/>
                </a:lnTo>
                <a:lnTo>
                  <a:pt x="493104" y="930407"/>
                </a:lnTo>
                <a:lnTo>
                  <a:pt x="739655" y="623493"/>
                </a:lnTo>
                <a:lnTo>
                  <a:pt x="986207" y="0"/>
                </a:lnTo>
              </a:path>
            </a:pathLst>
          </a:custGeom>
          <a:noFill/>
          <a:ln w="11430">
            <a:solidFill>
              <a:srgbClr val="5A5A5A"/>
            </a:solidFill>
            <a:prstDash val="sysDot"/>
            <a:round/>
          </a:ln>
        </p:spPr>
        <p:txBody>
          <a:bodyPr rtlCol="0" anchor="ctr"/>
          <a:lstStyle/>
          <a:p>
            <a:pPr algn="ctr"/>
          </a:p>
        </p:txBody>
      </p:sp>
      <p:sp>
        <p:nvSpPr>
          <p:cNvPr id="12" name="!!canal_rw_L1"/>
          <p:cNvSpPr/>
          <p:nvPr/>
        </p:nvSpPr>
        <p:spPr>
          <a:xfrm>
            <a:off x="9825792" y="2954100"/>
            <a:ext cx="43180" cy="43180"/>
          </a:xfrm>
          <a:prstGeom prst="diamond">
            <a:avLst/>
          </a:prstGeom>
          <a:solidFill>
            <a:srgbClr val="5A5A5A"/>
          </a:solidFill>
          <a:ln>
            <a:noFill/>
          </a:ln>
        </p:spPr>
        <p:txBody>
          <a:bodyPr rtlCol="0" anchor="ctr"/>
          <a:lstStyle/>
          <a:p>
            <a:pPr algn="ctr"/>
          </a:p>
        </p:txBody>
      </p:sp>
      <p:sp>
        <p:nvSpPr>
          <p:cNvPr id="13" name="!!canal_rw_L2"/>
          <p:cNvSpPr/>
          <p:nvPr/>
        </p:nvSpPr>
        <p:spPr>
          <a:xfrm>
            <a:off x="10072344" y="2899843"/>
            <a:ext cx="43180" cy="43180"/>
          </a:xfrm>
          <a:prstGeom prst="diamond">
            <a:avLst/>
          </a:prstGeom>
          <a:solidFill>
            <a:srgbClr val="5A5A5A"/>
          </a:solidFill>
          <a:ln>
            <a:noFill/>
          </a:ln>
        </p:spPr>
        <p:txBody>
          <a:bodyPr rtlCol="0" anchor="ctr"/>
          <a:lstStyle/>
          <a:p>
            <a:pPr algn="ctr"/>
          </a:p>
        </p:txBody>
      </p:sp>
      <p:sp>
        <p:nvSpPr>
          <p:cNvPr id="14" name="!!canal_rw_L3"/>
          <p:cNvSpPr/>
          <p:nvPr/>
        </p:nvSpPr>
        <p:spPr>
          <a:xfrm>
            <a:off x="10318896" y="2732413"/>
            <a:ext cx="43180" cy="43180"/>
          </a:xfrm>
          <a:prstGeom prst="diamond">
            <a:avLst/>
          </a:prstGeom>
          <a:solidFill>
            <a:srgbClr val="5A5A5A"/>
          </a:solidFill>
          <a:ln>
            <a:noFill/>
          </a:ln>
        </p:spPr>
        <p:txBody>
          <a:bodyPr rtlCol="0" anchor="ctr"/>
          <a:lstStyle/>
          <a:p>
            <a:pPr algn="ctr"/>
          </a:p>
        </p:txBody>
      </p:sp>
      <p:sp>
        <p:nvSpPr>
          <p:cNvPr id="15" name="!!canal_rw_L4"/>
          <p:cNvSpPr/>
          <p:nvPr/>
        </p:nvSpPr>
        <p:spPr>
          <a:xfrm>
            <a:off x="10565447" y="2425499"/>
            <a:ext cx="43180" cy="43180"/>
          </a:xfrm>
          <a:prstGeom prst="diamond">
            <a:avLst/>
          </a:prstGeom>
          <a:solidFill>
            <a:srgbClr val="5A5A5A"/>
          </a:solidFill>
          <a:ln>
            <a:noFill/>
          </a:ln>
        </p:spPr>
        <p:txBody>
          <a:bodyPr rtlCol="0" anchor="ctr"/>
          <a:lstStyle/>
          <a:p>
            <a:pPr algn="ctr"/>
          </a:p>
        </p:txBody>
      </p:sp>
      <p:sp>
        <p:nvSpPr>
          <p:cNvPr id="16" name="!!canal_rw_L5"/>
          <p:cNvSpPr/>
          <p:nvPr/>
        </p:nvSpPr>
        <p:spPr>
          <a:xfrm>
            <a:off x="10811999" y="1802006"/>
            <a:ext cx="43180" cy="43180"/>
          </a:xfrm>
          <a:prstGeom prst="diamond">
            <a:avLst/>
          </a:prstGeom>
          <a:solidFill>
            <a:srgbClr val="5A5A5A"/>
          </a:solidFill>
          <a:ln>
            <a:noFill/>
          </a:ln>
        </p:spPr>
        <p:txBody>
          <a:bodyPr rtlCol="0" anchor="ctr"/>
          <a:lstStyle/>
          <a:p>
            <a:pPr algn="ctr"/>
          </a:p>
        </p:txBody>
      </p:sp>
      <p:sp>
        <p:nvSpPr>
          <p:cNvPr id="17" name="!!canal_rd"/>
          <p:cNvSpPr/>
          <p:nvPr/>
        </p:nvSpPr>
        <p:spPr>
          <a:xfrm>
            <a:off x="9847382" y="3692853"/>
            <a:ext cx="986207" cy="139718"/>
          </a:xfrm>
          <a:custGeom>
            <a:avLst/>
            <a:gdLst/>
            <a:ahLst/>
            <a:cxnLst/>
            <a:rect l="l" t="t" r="r" b="b"/>
            <a:pathLst>
              <a:path w="986207" h="139718">
                <a:moveTo>
                  <a:pt x="0" y="2328"/>
                </a:moveTo>
                <a:lnTo>
                  <a:pt x="246552" y="77019"/>
                </a:lnTo>
                <a:lnTo>
                  <a:pt x="493104" y="139718"/>
                </a:lnTo>
                <a:lnTo>
                  <a:pt x="739655" y="66541"/>
                </a:lnTo>
                <a:lnTo>
                  <a:pt x="986207" y="0"/>
                </a:lnTo>
              </a:path>
            </a:pathLst>
          </a:custGeom>
          <a:noFill/>
          <a:ln w="11430">
            <a:solidFill>
              <a:srgbClr val="5A5A5A"/>
            </a:solidFill>
            <a:prstDash val="sysDot"/>
            <a:round/>
          </a:ln>
        </p:spPr>
        <p:txBody>
          <a:bodyPr rtlCol="0" anchor="ctr"/>
          <a:lstStyle/>
          <a:p>
            <a:pPr algn="ctr"/>
          </a:p>
        </p:txBody>
      </p:sp>
      <p:sp>
        <p:nvSpPr>
          <p:cNvPr id="18" name="!!canal_rd_L1"/>
          <p:cNvSpPr/>
          <p:nvPr/>
        </p:nvSpPr>
        <p:spPr>
          <a:xfrm>
            <a:off x="9825792" y="3673591"/>
            <a:ext cx="43180" cy="43180"/>
          </a:xfrm>
          <a:prstGeom prst="diamond">
            <a:avLst/>
          </a:prstGeom>
          <a:solidFill>
            <a:srgbClr val="5A5A5A"/>
          </a:solidFill>
          <a:ln>
            <a:noFill/>
          </a:ln>
        </p:spPr>
        <p:txBody>
          <a:bodyPr rtlCol="0" anchor="ctr"/>
          <a:lstStyle/>
          <a:p>
            <a:pPr algn="ctr"/>
          </a:p>
        </p:txBody>
      </p:sp>
      <p:sp>
        <p:nvSpPr>
          <p:cNvPr id="19" name="!!canal_rd_L2"/>
          <p:cNvSpPr/>
          <p:nvPr/>
        </p:nvSpPr>
        <p:spPr>
          <a:xfrm>
            <a:off x="10072344" y="3748282"/>
            <a:ext cx="43180" cy="43180"/>
          </a:xfrm>
          <a:prstGeom prst="diamond">
            <a:avLst/>
          </a:prstGeom>
          <a:solidFill>
            <a:srgbClr val="5A5A5A"/>
          </a:solidFill>
          <a:ln>
            <a:noFill/>
          </a:ln>
        </p:spPr>
        <p:txBody>
          <a:bodyPr rtlCol="0" anchor="ctr"/>
          <a:lstStyle/>
          <a:p>
            <a:pPr algn="ctr"/>
          </a:p>
        </p:txBody>
      </p:sp>
      <p:sp>
        <p:nvSpPr>
          <p:cNvPr id="20" name="!!canal_rd_L3"/>
          <p:cNvSpPr/>
          <p:nvPr/>
        </p:nvSpPr>
        <p:spPr>
          <a:xfrm>
            <a:off x="10318896" y="3810981"/>
            <a:ext cx="43180" cy="43180"/>
          </a:xfrm>
          <a:prstGeom prst="diamond">
            <a:avLst/>
          </a:prstGeom>
          <a:solidFill>
            <a:srgbClr val="5A5A5A"/>
          </a:solidFill>
          <a:ln>
            <a:noFill/>
          </a:ln>
        </p:spPr>
        <p:txBody>
          <a:bodyPr rtlCol="0" anchor="ctr"/>
          <a:lstStyle/>
          <a:p>
            <a:pPr algn="ctr"/>
          </a:p>
        </p:txBody>
      </p:sp>
      <p:sp>
        <p:nvSpPr>
          <p:cNvPr id="21" name="!!canal_rd_L4"/>
          <p:cNvSpPr/>
          <p:nvPr/>
        </p:nvSpPr>
        <p:spPr>
          <a:xfrm>
            <a:off x="10565447" y="3737804"/>
            <a:ext cx="43180" cy="43180"/>
          </a:xfrm>
          <a:prstGeom prst="diamond">
            <a:avLst/>
          </a:prstGeom>
          <a:solidFill>
            <a:srgbClr val="5A5A5A"/>
          </a:solidFill>
          <a:ln>
            <a:noFill/>
          </a:ln>
        </p:spPr>
        <p:txBody>
          <a:bodyPr rtlCol="0" anchor="ctr"/>
          <a:lstStyle/>
          <a:p>
            <a:pPr algn="ctr"/>
          </a:p>
        </p:txBody>
      </p:sp>
      <p:sp>
        <p:nvSpPr>
          <p:cNvPr id="22" name="!!canal_rd_L5"/>
          <p:cNvSpPr/>
          <p:nvPr/>
        </p:nvSpPr>
        <p:spPr>
          <a:xfrm>
            <a:off x="10811999" y="3671263"/>
            <a:ext cx="43180" cy="43180"/>
          </a:xfrm>
          <a:prstGeom prst="diamond">
            <a:avLst/>
          </a:prstGeom>
          <a:solidFill>
            <a:srgbClr val="5A5A5A"/>
          </a:solidFill>
          <a:ln>
            <a:noFill/>
          </a:ln>
        </p:spPr>
        <p:txBody>
          <a:bodyPr rtlCol="0" anchor="ctr"/>
          <a:lstStyle/>
          <a:p>
            <a:pPr algn="ctr"/>
          </a:p>
        </p:txBody>
      </p:sp>
      <p:sp>
        <p:nvSpPr>
          <p:cNvPr id="23" name="!!canal_w_m"/>
          <p:cNvSpPr/>
          <p:nvPr/>
        </p:nvSpPr>
        <p:spPr>
          <a:xfrm>
            <a:off x="7628418" y="2561561"/>
            <a:ext cx="3205171" cy="1151951"/>
          </a:xfrm>
          <a:custGeom>
            <a:avLst/>
            <a:gdLst/>
            <a:ahLst/>
            <a:cxnLst/>
            <a:rect l="l" t="t" r="r" b="b"/>
            <a:pathLst>
              <a:path w="3205171" h="1151951">
                <a:moveTo>
                  <a:pt x="0" y="219892"/>
                </a:moveTo>
                <a:lnTo>
                  <a:pt x="246551" y="313606"/>
                </a:lnTo>
                <a:lnTo>
                  <a:pt x="493103" y="245822"/>
                </a:lnTo>
                <a:lnTo>
                  <a:pt x="739655" y="180828"/>
                </a:lnTo>
                <a:lnTo>
                  <a:pt x="986206" y="182677"/>
                </a:lnTo>
                <a:lnTo>
                  <a:pt x="1232758" y="281249"/>
                </a:lnTo>
                <a:lnTo>
                  <a:pt x="1356034" y="531028"/>
                </a:lnTo>
                <a:lnTo>
                  <a:pt x="1479310" y="820826"/>
                </a:lnTo>
                <a:lnTo>
                  <a:pt x="1528620" y="1024471"/>
                </a:lnTo>
                <a:lnTo>
                  <a:pt x="1577930" y="1109331"/>
                </a:lnTo>
                <a:lnTo>
                  <a:pt x="1627241" y="1147591"/>
                </a:lnTo>
                <a:lnTo>
                  <a:pt x="1676551" y="1151951"/>
                </a:lnTo>
                <a:lnTo>
                  <a:pt x="1725861" y="1139708"/>
                </a:lnTo>
                <a:lnTo>
                  <a:pt x="1775171" y="1095809"/>
                </a:lnTo>
                <a:lnTo>
                  <a:pt x="1824482" y="1035968"/>
                </a:lnTo>
                <a:lnTo>
                  <a:pt x="1873792" y="1008511"/>
                </a:lnTo>
                <a:lnTo>
                  <a:pt x="1923102" y="759717"/>
                </a:lnTo>
                <a:lnTo>
                  <a:pt x="1972413" y="279606"/>
                </a:lnTo>
                <a:lnTo>
                  <a:pt x="2218964" y="193679"/>
                </a:lnTo>
                <a:lnTo>
                  <a:pt x="2465516" y="216683"/>
                </a:lnTo>
                <a:lnTo>
                  <a:pt x="2712068" y="181593"/>
                </a:lnTo>
                <a:lnTo>
                  <a:pt x="2958619" y="56368"/>
                </a:lnTo>
                <a:lnTo>
                  <a:pt x="3205171" y="0"/>
                </a:lnTo>
              </a:path>
            </a:pathLst>
          </a:custGeom>
          <a:noFill/>
          <a:ln w="22860">
            <a:solidFill>
              <a:srgbClr val="C26A00"/>
            </a:solidFill>
            <a:round/>
          </a:ln>
        </p:spPr>
        <p:txBody>
          <a:bodyPr rtlCol="0" anchor="ctr"/>
          <a:lstStyle/>
          <a:p>
            <a:pPr algn="ctr"/>
          </a:p>
        </p:txBody>
      </p:sp>
      <p:sp>
        <p:nvSpPr>
          <p:cNvPr id="24" name="!!canal_w_f"/>
          <p:cNvSpPr/>
          <p:nvPr/>
        </p:nvSpPr>
        <p:spPr>
          <a:xfrm>
            <a:off x="7628418" y="2561561"/>
            <a:ext cx="3205171" cy="1151951"/>
          </a:xfrm>
          <a:custGeom>
            <a:avLst/>
            <a:gdLst/>
            <a:ahLst/>
            <a:cxnLst/>
            <a:rect l="l" t="t" r="r" b="b"/>
            <a:pathLst>
              <a:path w="3205171" h="1151951">
                <a:moveTo>
                  <a:pt x="0" y="219892"/>
                </a:moveTo>
                <a:lnTo>
                  <a:pt x="246551" y="313606"/>
                </a:lnTo>
                <a:lnTo>
                  <a:pt x="493103" y="245822"/>
                </a:lnTo>
                <a:lnTo>
                  <a:pt x="739655" y="180828"/>
                </a:lnTo>
                <a:lnTo>
                  <a:pt x="986206" y="182677"/>
                </a:lnTo>
                <a:lnTo>
                  <a:pt x="1232758" y="281249"/>
                </a:lnTo>
                <a:lnTo>
                  <a:pt x="1356034" y="531028"/>
                </a:lnTo>
                <a:lnTo>
                  <a:pt x="1479310" y="820826"/>
                </a:lnTo>
                <a:lnTo>
                  <a:pt x="1528620" y="1024471"/>
                </a:lnTo>
                <a:lnTo>
                  <a:pt x="1577930" y="1109331"/>
                </a:lnTo>
                <a:lnTo>
                  <a:pt x="1627241" y="1147591"/>
                </a:lnTo>
                <a:lnTo>
                  <a:pt x="1676551" y="1151951"/>
                </a:lnTo>
                <a:lnTo>
                  <a:pt x="1725861" y="1139708"/>
                </a:lnTo>
                <a:lnTo>
                  <a:pt x="1775171" y="1095809"/>
                </a:lnTo>
                <a:lnTo>
                  <a:pt x="1824482" y="1035968"/>
                </a:lnTo>
                <a:lnTo>
                  <a:pt x="1873792" y="1008511"/>
                </a:lnTo>
                <a:lnTo>
                  <a:pt x="1923102" y="759717"/>
                </a:lnTo>
                <a:lnTo>
                  <a:pt x="1972413" y="279606"/>
                </a:lnTo>
                <a:lnTo>
                  <a:pt x="2218964" y="193679"/>
                </a:lnTo>
                <a:lnTo>
                  <a:pt x="2465516" y="216683"/>
                </a:lnTo>
                <a:lnTo>
                  <a:pt x="2712068" y="181593"/>
                </a:lnTo>
                <a:lnTo>
                  <a:pt x="2958619" y="56368"/>
                </a:lnTo>
                <a:lnTo>
                  <a:pt x="3205171" y="0"/>
                </a:lnTo>
              </a:path>
            </a:pathLst>
          </a:custGeom>
          <a:noFill/>
          <a:ln w="22860">
            <a:solidFill>
              <a:srgbClr val="C26A00"/>
            </a:solidFill>
            <a:round/>
          </a:ln>
        </p:spPr>
        <p:txBody>
          <a:bodyPr rtlCol="0" anchor="ctr"/>
          <a:lstStyle/>
          <a:p>
            <a:pPr algn="ctr"/>
          </a:p>
        </p:txBody>
      </p:sp>
      <p:sp>
        <p:nvSpPr>
          <p:cNvPr id="25" name="!!canal_d_m"/>
          <p:cNvSpPr/>
          <p:nvPr/>
        </p:nvSpPr>
        <p:spPr>
          <a:xfrm>
            <a:off x="7628418" y="3308633"/>
            <a:ext cx="3205171" cy="658248"/>
          </a:xfrm>
          <a:custGeom>
            <a:avLst/>
            <a:gdLst/>
            <a:ahLst/>
            <a:cxnLst/>
            <a:rect l="l" t="t" r="r" b="b"/>
            <a:pathLst>
              <a:path w="3205171" h="658248">
                <a:moveTo>
                  <a:pt x="0" y="305873"/>
                </a:moveTo>
                <a:lnTo>
                  <a:pt x="246551" y="598140"/>
                </a:lnTo>
                <a:lnTo>
                  <a:pt x="493103" y="658248"/>
                </a:lnTo>
                <a:lnTo>
                  <a:pt x="739655" y="632148"/>
                </a:lnTo>
                <a:lnTo>
                  <a:pt x="986206" y="601590"/>
                </a:lnTo>
                <a:lnTo>
                  <a:pt x="1232758" y="504444"/>
                </a:lnTo>
                <a:lnTo>
                  <a:pt x="1356034" y="257973"/>
                </a:lnTo>
                <a:lnTo>
                  <a:pt x="1479310" y="336112"/>
                </a:lnTo>
                <a:lnTo>
                  <a:pt x="1528620" y="396429"/>
                </a:lnTo>
                <a:lnTo>
                  <a:pt x="1577930" y="395384"/>
                </a:lnTo>
                <a:lnTo>
                  <a:pt x="1627241" y="389263"/>
                </a:lnTo>
                <a:lnTo>
                  <a:pt x="1676551" y="445338"/>
                </a:lnTo>
                <a:lnTo>
                  <a:pt x="1725861" y="469817"/>
                </a:lnTo>
                <a:lnTo>
                  <a:pt x="1775171" y="500178"/>
                </a:lnTo>
                <a:lnTo>
                  <a:pt x="1824482" y="491688"/>
                </a:lnTo>
                <a:lnTo>
                  <a:pt x="1873792" y="398558"/>
                </a:lnTo>
                <a:lnTo>
                  <a:pt x="1923102" y="193889"/>
                </a:lnTo>
                <a:lnTo>
                  <a:pt x="1972413" y="39295"/>
                </a:lnTo>
                <a:lnTo>
                  <a:pt x="2218964" y="191281"/>
                </a:lnTo>
                <a:lnTo>
                  <a:pt x="2465516" y="254783"/>
                </a:lnTo>
                <a:lnTo>
                  <a:pt x="2712068" y="298770"/>
                </a:lnTo>
                <a:lnTo>
                  <a:pt x="2958619" y="188975"/>
                </a:lnTo>
                <a:lnTo>
                  <a:pt x="3205171" y="0"/>
                </a:lnTo>
              </a:path>
            </a:pathLst>
          </a:custGeom>
          <a:noFill/>
          <a:ln w="22860">
            <a:solidFill>
              <a:srgbClr val="C26A00"/>
            </a:solidFill>
            <a:prstDash val="dash"/>
            <a:round/>
          </a:ln>
        </p:spPr>
        <p:txBody>
          <a:bodyPr rtlCol="0" anchor="ctr"/>
          <a:lstStyle/>
          <a:p>
            <a:pPr algn="ctr"/>
          </a:p>
        </p:txBody>
      </p:sp>
      <p:sp>
        <p:nvSpPr>
          <p:cNvPr id="26" name="!!canal_d_f"/>
          <p:cNvSpPr/>
          <p:nvPr/>
        </p:nvSpPr>
        <p:spPr>
          <a:xfrm>
            <a:off x="7628418" y="3308633"/>
            <a:ext cx="3205171" cy="658248"/>
          </a:xfrm>
          <a:custGeom>
            <a:avLst/>
            <a:gdLst/>
            <a:ahLst/>
            <a:cxnLst/>
            <a:rect l="l" t="t" r="r" b="b"/>
            <a:pathLst>
              <a:path w="3205171" h="658248">
                <a:moveTo>
                  <a:pt x="0" y="305873"/>
                </a:moveTo>
                <a:lnTo>
                  <a:pt x="246551" y="598140"/>
                </a:lnTo>
                <a:lnTo>
                  <a:pt x="493103" y="658248"/>
                </a:lnTo>
                <a:lnTo>
                  <a:pt x="739655" y="632148"/>
                </a:lnTo>
                <a:lnTo>
                  <a:pt x="986206" y="601590"/>
                </a:lnTo>
                <a:lnTo>
                  <a:pt x="1232758" y="504444"/>
                </a:lnTo>
                <a:lnTo>
                  <a:pt x="1356034" y="257973"/>
                </a:lnTo>
                <a:lnTo>
                  <a:pt x="1479310" y="336112"/>
                </a:lnTo>
                <a:lnTo>
                  <a:pt x="1528620" y="396429"/>
                </a:lnTo>
                <a:lnTo>
                  <a:pt x="1577930" y="395384"/>
                </a:lnTo>
                <a:lnTo>
                  <a:pt x="1627241" y="389263"/>
                </a:lnTo>
                <a:lnTo>
                  <a:pt x="1676551" y="445338"/>
                </a:lnTo>
                <a:lnTo>
                  <a:pt x="1725861" y="469817"/>
                </a:lnTo>
                <a:lnTo>
                  <a:pt x="1775171" y="500178"/>
                </a:lnTo>
                <a:lnTo>
                  <a:pt x="1824482" y="491688"/>
                </a:lnTo>
                <a:lnTo>
                  <a:pt x="1873792" y="398558"/>
                </a:lnTo>
                <a:lnTo>
                  <a:pt x="1923102" y="193889"/>
                </a:lnTo>
                <a:lnTo>
                  <a:pt x="1972413" y="39295"/>
                </a:lnTo>
                <a:lnTo>
                  <a:pt x="2218964" y="191281"/>
                </a:lnTo>
                <a:lnTo>
                  <a:pt x="2465516" y="254783"/>
                </a:lnTo>
                <a:lnTo>
                  <a:pt x="2712068" y="298770"/>
                </a:lnTo>
                <a:lnTo>
                  <a:pt x="2958619" y="188975"/>
                </a:lnTo>
                <a:lnTo>
                  <a:pt x="3205171" y="0"/>
                </a:lnTo>
              </a:path>
            </a:pathLst>
          </a:custGeom>
          <a:noFill/>
          <a:ln w="22860">
            <a:solidFill>
              <a:srgbClr val="C26A00"/>
            </a:solidFill>
            <a:prstDash val="dash"/>
            <a:round/>
          </a:ln>
        </p:spPr>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All Spines Are Created Equal</dc:title>
  <dc:creator>Gregory J. Schwing</dc:creator>
  <cp:lastModifiedBy>Gregory J. Schwing</cp:lastModifiedBy>
  <cp:revision>8</cp:revision>
  <dcterms:created xsi:type="dcterms:W3CDTF">2026-04-16T17:17:21Z</dcterms:created>
  <dcterms:modified xsi:type="dcterms:W3CDTF">2026-04-21T16:28:45Z</dcterms:modified>
  <dc:subject/>
  <cp:keywords/>
  <dc:description/>
  <cp:category/>
</cp:coreProperties>
</file>