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idea from 802 CT scans: upper end-plate width, T11 to L4, one violin per level. In red is Panjabi's cadaveric interval, twelve specimens, his standard errors converted back to a standard deviation. From L1 to L4 my medians sit within half a millimeter of his means, which is the check. What the textbook never showed is the width of each violin. At L4 the middle 90 percent of patients runs from 39 to 56 millimeters. L5 is withheld on purpose: the transverse processes fall in front of the cut that isolates the body, so that number would be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End-plate width in 802 patients, with the spread</a:t>
            </a:r>
          </a:p>
        </p:txBody>
      </p:sp>
      <p:pic>
        <p:nvPicPr>
          <p:cNvPr id="3" name="Picture 2" descr="Violin plots of upper end-plate width from T11 to L4, with Panjabi's cadaveric interval in red from L1 to L4; L5 withheld."/>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Retrospective supine CT, n = 723–768 per level. Black tick, median. Panjabi SD recovered as SEM × √12.</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1992;17(3):299–306.   Dataset article: arXiv 2609.22760, Fig. 3.   CTSpinoPelvic1K, doi.org/10.5281/zenodo.22139642.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pic>
        <p:nvPicPr>
          <p:cNvPr id="3" name="Picture 2" descr="Distributions of pelvic incidence, sacral slope and pelvic tilt over 756 records, with supine CT and standing reference lines."/>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records passing the geometric gates, mean ± SD. Veilleux n = 200, Hasegawa n = 24. Band, standing mean ±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